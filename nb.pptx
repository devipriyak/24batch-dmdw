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60" r:id="rId5"/>
    <p:sldId id="259" r:id="rId6"/>
    <p:sldId id="261" r:id="rId7"/>
    <p:sldId id="262" r:id="rId8"/>
    <p:sldId id="263" r:id="rId9"/>
    <p:sldId id="264" r:id="rId10"/>
    <p:sldId id="265" r:id="rId11"/>
    <p:sldId id="267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000" autoAdjust="0"/>
    <p:restoredTop sz="94660"/>
  </p:normalViewPr>
  <p:slideViewPr>
    <p:cSldViewPr snapToGrid="0">
      <p:cViewPr varScale="1">
        <p:scale>
          <a:sx n="65" d="100"/>
          <a:sy n="65" d="100"/>
        </p:scale>
        <p:origin x="936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09173F-F518-89AB-3475-56DAB8D4ECC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F043D4A-7B99-3EA2-DB2E-B1DB222991C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B445032-5E55-2654-A9CC-6205F36CB5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0CC3DC-34E8-46DD-ACA2-6067DF6A6971}" type="datetimeFigureOut">
              <a:rPr lang="en-IN" smtClean="0"/>
              <a:t>21-09-2026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3D8423-DF16-8C02-AC96-DF29EB817F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6635718-BD56-A659-04C4-3FC63DEE8C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954E81-E5FE-4E87-9D7A-484791C6F8A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7671974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F77758-2924-68F8-2DBF-89F3658E38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7985A6-F475-908C-B0BF-08A20ACAB6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0131A1-17C0-15FD-25FF-EBD198F558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0CC3DC-34E8-46DD-ACA2-6067DF6A6971}" type="datetimeFigureOut">
              <a:rPr lang="en-IN" smtClean="0"/>
              <a:t>21-09-2026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F1CCB97-1E37-2749-1370-78D247A4F6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D7F12FD-47DD-93C2-B80D-50055915A9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954E81-E5FE-4E87-9D7A-484791C6F8A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571672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4ABCA1-FBB4-9216-2565-72C901F901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ABDBB7C-A2EC-A97C-3AB5-24F15196890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4B0133-EF97-5C97-6B87-08A8D9553F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0CC3DC-34E8-46DD-ACA2-6067DF6A6971}" type="datetimeFigureOut">
              <a:rPr lang="en-IN" smtClean="0"/>
              <a:t>21-09-2026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BC0B8F-8821-C353-237C-4B8F3EBE3D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C5864FD-2299-9E3C-D845-46B378BE98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954E81-E5FE-4E87-9D7A-484791C6F8A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2407086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1C4299-F3E0-DA1E-6DA4-6D01099296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390755-B0E5-7EF2-6F94-74A4F3A8D3F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C6428C0-2F52-9AD7-000A-522B54B8228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3FA340-3DAC-953C-2801-FB76B1966A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0CC3DC-34E8-46DD-ACA2-6067DF6A6971}" type="datetimeFigureOut">
              <a:rPr lang="en-IN" smtClean="0"/>
              <a:t>21-09-2026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F6DD1BF-91BE-46C4-F077-A1D686788D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8530CDF-0A7E-5E10-B63A-500AEDB010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954E81-E5FE-4E87-9D7A-484791C6F8A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7236865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005CE7-EB18-676D-12FC-1BA2A27A10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72D2C6C-B74F-07E9-D27F-FDCB987926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7EFF967-61B8-9253-90AE-741D92F2F11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1ED682C-2873-1971-95DA-1B4C9F9A96E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60C65AE-4669-2036-868D-9B330B3089B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C3426A7-3B13-035C-11D3-5239F09AB8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0CC3DC-34E8-46DD-ACA2-6067DF6A6971}" type="datetimeFigureOut">
              <a:rPr lang="en-IN" smtClean="0"/>
              <a:t>21-09-2026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60343D1-7D7B-D9FB-7C76-661FFCEB6C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953E1BB-751C-330E-7732-E4ED6AF276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954E81-E5FE-4E87-9D7A-484791C6F8A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5018859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6409FC-8631-4B9E-D108-B786EEC2EF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FACAD8B-9255-7BB7-69BF-0E76138387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0CC3DC-34E8-46DD-ACA2-6067DF6A6971}" type="datetimeFigureOut">
              <a:rPr lang="en-IN" smtClean="0"/>
              <a:t>21-09-2026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28FF096-56C7-12E4-2291-423531046B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9731B91-FC55-0C91-E963-3FE508FFEF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954E81-E5FE-4E87-9D7A-484791C6F8A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298646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912EA2A-4605-D067-ADFC-CBEEEC05F4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0CC3DC-34E8-46DD-ACA2-6067DF6A6971}" type="datetimeFigureOut">
              <a:rPr lang="en-IN" smtClean="0"/>
              <a:t>21-09-2026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89AFD0A-6634-3668-D5C8-F66CADBB51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7E089B0-F14B-B8DD-BD00-DC7DBFC882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954E81-E5FE-4E87-9D7A-484791C6F8A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6078675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A21906-D3B0-5643-6D6D-CC7AFCF88A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414063-3044-D2A6-B9A2-D289E4C7A0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0FCAAFB-2CBF-7907-AA6E-E197BA6F774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E3A0DBA-F6D5-DEA3-A9D3-4F80665DEC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0CC3DC-34E8-46DD-ACA2-6067DF6A6971}" type="datetimeFigureOut">
              <a:rPr lang="en-IN" smtClean="0"/>
              <a:t>21-09-2026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99FED7A-579E-C5EE-236D-46DD962417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B8171D9-4AC4-F53D-4C6A-5BF92BDEC8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954E81-E5FE-4E87-9D7A-484791C6F8A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732299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44A6DD-89E8-FE14-5D8A-0195746DD7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90CB70F-E6FC-A337-A12D-294EEDA9674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EE93A75-4BF9-7F7B-CD31-407A561773B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DA80DB-0E09-C1DB-E9FE-C351C88BCA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0CC3DC-34E8-46DD-ACA2-6067DF6A6971}" type="datetimeFigureOut">
              <a:rPr lang="en-IN" smtClean="0"/>
              <a:t>21-09-2026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BF16F35-1138-9259-D0DA-169456C29E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E6C0ED0-7FE4-4832-72C7-6E9C5B1835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954E81-E5FE-4E87-9D7A-484791C6F8A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7224038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CCD48A-E415-3F8D-74AE-10A94E6E3C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447EBFB-EC5F-FE83-D2EF-8DE2F3B4817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87C904-98A7-0AC8-4698-E5C13902BE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0CC3DC-34E8-46DD-ACA2-6067DF6A6971}" type="datetimeFigureOut">
              <a:rPr lang="en-IN" smtClean="0"/>
              <a:t>21-09-2026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AFDC586-5632-526F-F1CF-D8D134A51E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97701AB-790D-A848-CB7F-275C450689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954E81-E5FE-4E87-9D7A-484791C6F8A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683664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C6B3512-BE86-D55E-9D02-A7A7F5C9040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DB78581-A13D-6FED-C7D9-893C493ECF5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C69AE4-4DA5-B13F-21DD-2FBC73E314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0CC3DC-34E8-46DD-ACA2-6067DF6A6971}" type="datetimeFigureOut">
              <a:rPr lang="en-IN" smtClean="0"/>
              <a:t>21-09-2026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38F1465-6BB6-6639-40E9-ED33057255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488971-6408-027B-5913-BB3F99F4A5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954E81-E5FE-4E87-9D7A-484791C6F8A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373290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5B193CB-B095-9F5B-F1A0-7934D0FDC2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00B5929-CFF2-0C08-A7CB-44AC2757A62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5F8ED60-8F35-D11A-A7DA-5AB245B75CD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40CC3DC-34E8-46DD-ACA2-6067DF6A6971}" type="datetimeFigureOut">
              <a:rPr lang="en-IN" smtClean="0"/>
              <a:t>21-09-2026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BC5AED-BC30-A656-4121-7E80C667288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8FF34DD-3CCA-5801-856C-633D586F1C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4954E81-E5FE-4E87-9D7A-484791C6F8A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4971957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60CF42-BBF7-2C7B-1880-A514384D694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IN" dirty="0"/>
              <a:t>Bayes' Theorem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3CECFF4-AB35-0BF2-25B2-A97BB96E932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1582264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C17FFC-2D35-FDC9-28A4-2309619837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Bayes' Theorem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AFE6AE-04DC-AB98-C892-48199F6A00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Bayes' Theorem is a mathematical formula used to </a:t>
            </a:r>
            <a:r>
              <a:rPr lang="en-IN" dirty="0">
                <a:solidFill>
                  <a:srgbClr val="FF0000"/>
                </a:solidFill>
              </a:rPr>
              <a:t>determine the conditional probability of an event based on prior knowledge and new evidence.</a:t>
            </a:r>
          </a:p>
          <a:p>
            <a:r>
              <a:rPr lang="en-IN" dirty="0"/>
              <a:t>It adjusts probabilities when new information comes in and helps make better decisions in uncertain situations.</a:t>
            </a:r>
          </a:p>
        </p:txBody>
      </p:sp>
    </p:spTree>
    <p:extLst>
      <p:ext uri="{BB962C8B-B14F-4D97-AF65-F5344CB8AC3E}">
        <p14:creationId xmlns:p14="http://schemas.microsoft.com/office/powerpoint/2010/main" val="171141709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5FC1D8-8970-F463-3724-FB960BD1AD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/>
              <a:t>Why Do We Need Bayes' Theorem?</a:t>
            </a:r>
            <a:br>
              <a:rPr lang="en-IN" b="1" dirty="0"/>
            </a:br>
            <a:endParaRPr lang="en-IN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23961B7-711B-949B-A71C-DF7EEC6DDF2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endParaRPr lang="en-IN" dirty="0"/>
              </a:p>
              <a:p>
                <a:r>
                  <a:rPr lang="en-IN" dirty="0"/>
                  <a:t>A student is absent today. What is the probability that the student is sick?</a:t>
                </a:r>
              </a:p>
              <a:p>
                <a:r>
                  <a:rPr lang="en-IN" b="1" dirty="0"/>
                  <a:t>Student is absent –ALREADY KNOW</a:t>
                </a:r>
                <a:endParaRPr lang="en-IN" dirty="0"/>
              </a:p>
              <a:p>
                <a:r>
                  <a:rPr lang="en-IN" dirty="0"/>
                  <a:t>We want to find:</a:t>
                </a:r>
              </a:p>
              <a:p>
                <a:r>
                  <a:rPr lang="en-IN" b="1" dirty="0"/>
                  <a:t>Probability of being sick given that the student is </a:t>
                </a:r>
                <a:r>
                  <a:rPr lang="en-IN" b="1" dirty="0" err="1"/>
                  <a:t>absent.</a:t>
                </a:r>
                <a:r>
                  <a:rPr lang="en-IN" dirty="0" err="1"/>
                  <a:t>This</a:t>
                </a:r>
                <a:r>
                  <a:rPr lang="en-IN" dirty="0"/>
                  <a:t> is called </a:t>
                </a:r>
                <a:r>
                  <a:rPr lang="en-IN" b="1" dirty="0">
                    <a:solidFill>
                      <a:srgbClr val="FF0000"/>
                    </a:solidFill>
                  </a:rPr>
                  <a:t>conditional probability</a:t>
                </a:r>
                <a:r>
                  <a:rPr lang="en-IN" dirty="0">
                    <a:solidFill>
                      <a:srgbClr val="FF0000"/>
                    </a:solidFill>
                  </a:rPr>
                  <a:t>.</a:t>
                </a:r>
              </a:p>
              <a:p>
                <a14:m>
                  <m:oMath xmlns:m="http://schemas.openxmlformats.org/officeDocument/2006/math">
                    <m:r>
                      <a:rPr lang="en-IN" i="1"/>
                      <m:t>𝑃</m:t>
                    </m:r>
                    <m:d>
                      <m:dPr>
                        <m:ctrlPr>
                          <a:rPr lang="en-IN" i="1"/>
                        </m:ctrlPr>
                      </m:dPr>
                      <m:e>
                        <m:r>
                          <a:rPr lang="en-IN" i="1"/>
                          <m:t>𝑆𝑖𝑐𝑘</m:t>
                        </m:r>
                        <m:r>
                          <a:rPr lang="en-IN"/>
                          <m:t>∣</m:t>
                        </m:r>
                        <m:r>
                          <a:rPr lang="en-IN" i="1"/>
                          <m:t>𝐴𝑏𝑠𝑒𝑛𝑡</m:t>
                        </m:r>
                      </m:e>
                    </m:d>
                  </m:oMath>
                </a14:m>
                <a:endParaRPr lang="en-IN" dirty="0"/>
              </a:p>
              <a:p>
                <a:r>
                  <a:rPr lang="en-IN" dirty="0"/>
                  <a:t>Probability of Sick </a:t>
                </a:r>
                <a:r>
                  <a:rPr lang="en-IN" b="1" dirty="0"/>
                  <a:t>given</a:t>
                </a:r>
                <a:r>
                  <a:rPr lang="en-IN" dirty="0"/>
                  <a:t> Absent.</a:t>
                </a:r>
              </a:p>
              <a:p>
                <a:endParaRPr lang="en-IN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23961B7-711B-949B-A71C-DF7EEC6DDF2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b="-3081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3305651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BB328D-F47E-A0BC-70A5-0D3515705C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B60F8F-DFAB-A50C-7036-381FB6EE93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We start with what we already know, then we get new information, and that new information changes our probability.</a:t>
            </a:r>
          </a:p>
          <a:p>
            <a:r>
              <a:rPr lang="en-IN" b="1" dirty="0"/>
              <a:t>Example: Rain and Dark Clouds </a:t>
            </a:r>
          </a:p>
          <a:p>
            <a:r>
              <a:rPr lang="en-IN" dirty="0"/>
              <a:t>Suppose you are going to college in the morning.</a:t>
            </a:r>
          </a:p>
          <a:p>
            <a:r>
              <a:rPr lang="en-IN" b="1" dirty="0"/>
              <a:t>Before looking outside</a:t>
            </a:r>
            <a:r>
              <a:rPr lang="en-IN" dirty="0"/>
              <a:t>, based on the weather forecast, you believe:</a:t>
            </a:r>
          </a:p>
          <a:p>
            <a:r>
              <a:rPr lang="en-IN" dirty="0"/>
              <a:t>There is a </a:t>
            </a:r>
            <a:r>
              <a:rPr lang="en-IN" b="1" dirty="0"/>
              <a:t>30% chance of rain</a:t>
            </a:r>
            <a:r>
              <a:rPr lang="en-IN" dirty="0"/>
              <a:t> today.</a:t>
            </a:r>
          </a:p>
          <a:p>
            <a:r>
              <a:rPr lang="en-IN" dirty="0"/>
              <a:t>This is your </a:t>
            </a:r>
            <a:r>
              <a:rPr lang="en-IN" b="1" dirty="0"/>
              <a:t>prior knowledge</a:t>
            </a:r>
            <a:r>
              <a:rPr lang="en-IN" dirty="0"/>
              <a:t>:</a:t>
            </a:r>
          </a:p>
          <a:p>
            <a:r>
              <a:rPr lang="en-IN" dirty="0"/>
              <a:t>P(Rain)=0.30</a:t>
            </a:r>
          </a:p>
        </p:txBody>
      </p:sp>
    </p:spTree>
    <p:extLst>
      <p:ext uri="{BB962C8B-B14F-4D97-AF65-F5344CB8AC3E}">
        <p14:creationId xmlns:p14="http://schemas.microsoft.com/office/powerpoint/2010/main" val="315454490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DCB0ED-F125-2626-652A-C6641373F3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/>
              <a:t>Bayes Theorem and Conditional Probability</a:t>
            </a:r>
            <a:br>
              <a:rPr lang="en-IN" b="1" dirty="0"/>
            </a:b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4FFBC8-9602-9BA4-3286-BDE791F03D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fontAlgn="base"/>
            <a:r>
              <a:rPr lang="en-IN" dirty="0"/>
              <a:t>Bayes' theorem (also known as the Bayes Rule or Bayes Law) is used to determine the conditional probability of event A when event B has already occurred.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931932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4571D0-987C-18BF-5D88-BB3C377D7B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10 Days of Weather-A=Rain B=Dark Clouds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3CDDDF34-823F-5E29-0CE6-52A06117C78D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838200" y="1989614"/>
          <a:ext cx="10515600" cy="40233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505200">
                  <a:extLst>
                    <a:ext uri="{9D8B030D-6E8A-4147-A177-3AD203B41FA5}">
                      <a16:colId xmlns:a16="http://schemas.microsoft.com/office/drawing/2014/main" val="674473287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2254270041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286843941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Day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Rain (A)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Dark Clouds (B)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5357506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Yes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Yes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853218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Yes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Yes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7444144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Yes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No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6304744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No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Yes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348887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No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Yes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3822291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No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No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7163385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Yes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Yes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7292439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No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No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797333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No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Yes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4283152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10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No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No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1096234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9832605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4CAD24-3828-BC1F-BD5A-41E7AE9B56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1. Finding P(A)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A3784F-43D1-6C2F-5F74-1B3920391F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Count how many days had </a:t>
            </a:r>
            <a:r>
              <a:rPr lang="en-IN" b="1" dirty="0"/>
              <a:t>Rain</a:t>
            </a:r>
            <a:r>
              <a:rPr lang="en-IN" dirty="0"/>
              <a:t>.</a:t>
            </a:r>
          </a:p>
          <a:p>
            <a:r>
              <a:rPr lang="en-IN" dirty="0"/>
              <a:t>Rain occurred on:</a:t>
            </a:r>
          </a:p>
          <a:p>
            <a:r>
              <a:rPr lang="en-IN" b="1" dirty="0"/>
              <a:t>Day 1, 2, 3, 7 = 4 days</a:t>
            </a:r>
            <a:endParaRPr lang="en-IN" dirty="0"/>
          </a:p>
          <a:p>
            <a:r>
              <a:rPr lang="en-IN" dirty="0"/>
              <a:t>Total days = 10</a:t>
            </a:r>
          </a:p>
          <a:p>
            <a:endParaRPr lang="en-IN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B65C7BD-BD19-8EC0-8C02-B2D3FAD946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0587" y="4001294"/>
            <a:ext cx="3720742" cy="1912809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69022BC-8193-44D5-1272-91C8B67646EA}"/>
              </a:ext>
            </a:extLst>
          </p:cNvPr>
          <p:cNvSpPr txBox="1"/>
          <p:nvPr/>
        </p:nvSpPr>
        <p:spPr>
          <a:xfrm>
            <a:off x="2651022" y="5807631"/>
            <a:ext cx="609845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dirty="0"/>
              <a:t>Probability of rain = 40%</a:t>
            </a:r>
          </a:p>
        </p:txBody>
      </p:sp>
    </p:spTree>
    <p:extLst>
      <p:ext uri="{BB962C8B-B14F-4D97-AF65-F5344CB8AC3E}">
        <p14:creationId xmlns:p14="http://schemas.microsoft.com/office/powerpoint/2010/main" val="260250718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5D31E572-04C9-A588-1B92-F39F1F96CBE5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IN" b="1" dirty="0"/>
                  <a:t>2. Finding </a:t>
                </a:r>
                <a14:m>
                  <m:oMath xmlns:m="http://schemas.openxmlformats.org/officeDocument/2006/math">
                    <m:r>
                      <a:rPr lang="en-IN" i="1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IN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IN" i="1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</m:oMath>
                </a14:m>
                <a:endParaRPr lang="en-IN" dirty="0"/>
              </a:p>
            </p:txBody>
          </p:sp>
        </mc:Choice>
        <mc:Fallback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5D31E572-04C9-A588-1B92-F39F1F96CBE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18639C-FFEC-E737-1C63-82BC3BCF4C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 b="1" dirty="0"/>
          </a:p>
          <a:p>
            <a:r>
              <a:rPr lang="en-IN" dirty="0"/>
              <a:t>Now count how many days had </a:t>
            </a:r>
            <a:r>
              <a:rPr lang="en-IN" b="1" dirty="0"/>
              <a:t>Dark Clouds</a:t>
            </a:r>
            <a:r>
              <a:rPr lang="en-IN" dirty="0"/>
              <a:t>.</a:t>
            </a:r>
          </a:p>
          <a:p>
            <a:r>
              <a:rPr lang="en-IN" dirty="0"/>
              <a:t>Dark clouds occurred on:</a:t>
            </a:r>
          </a:p>
          <a:p>
            <a:r>
              <a:rPr lang="en-IN" b="1" dirty="0"/>
              <a:t>Day 1, 2, 4, 5, 7, 9 = 6 days</a:t>
            </a:r>
            <a:endParaRPr lang="en-IN" dirty="0"/>
          </a:p>
          <a:p>
            <a:r>
              <a:rPr lang="en-IN" dirty="0"/>
              <a:t>Therefore:</a:t>
            </a:r>
          </a:p>
          <a:p>
            <a:endParaRPr lang="en-IN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2739CD3-6E24-4DFB-F833-E8B015E7F3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84701" y="4001293"/>
            <a:ext cx="4797067" cy="182431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4BA0B71-9BAD-BA89-6D5A-423DA6CA95A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28671" y="5594401"/>
            <a:ext cx="2943225" cy="4476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087681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A73BFF-202F-793E-0463-6C0BC8A4F6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3. Finding P(A∩B)</a:t>
            </a:r>
            <a:br>
              <a:rPr lang="en-IN" dirty="0"/>
            </a:b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6E3C26-34B3-A7CC-BAFC-D11119D29AD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A∩B=Rain AND Dark Clouds </a:t>
            </a:r>
          </a:p>
          <a:p>
            <a:r>
              <a:rPr lang="en-IN" dirty="0"/>
              <a:t>Look for days where </a:t>
            </a:r>
            <a:r>
              <a:rPr lang="en-IN" b="1" dirty="0"/>
              <a:t>both are Yes</a:t>
            </a:r>
            <a:r>
              <a:rPr lang="en-IN" dirty="0"/>
              <a:t>:</a:t>
            </a:r>
          </a:p>
          <a:p>
            <a:r>
              <a:rPr lang="en-IN" b="1" dirty="0"/>
              <a:t>Day 1, Day 2, Day 7 = 3 days</a:t>
            </a:r>
            <a:endParaRPr lang="en-IN" dirty="0"/>
          </a:p>
          <a:p>
            <a:endParaRPr lang="en-IN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EF7FA7D-55B9-1A61-6996-6DE9D92323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53925" y="4001293"/>
            <a:ext cx="3472785" cy="1308125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A1E76B5-D5DB-1330-C05F-314399D4C069}"/>
              </a:ext>
            </a:extLst>
          </p:cNvPr>
          <p:cNvSpPr txBox="1"/>
          <p:nvPr/>
        </p:nvSpPr>
        <p:spPr>
          <a:xfrm>
            <a:off x="1825113" y="5558524"/>
            <a:ext cx="609845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dirty="0"/>
              <a:t>Probability of both rain and dark clouds = 30%</a:t>
            </a:r>
          </a:p>
        </p:txBody>
      </p:sp>
    </p:spTree>
    <p:extLst>
      <p:ext uri="{BB962C8B-B14F-4D97-AF65-F5344CB8AC3E}">
        <p14:creationId xmlns:p14="http://schemas.microsoft.com/office/powerpoint/2010/main" val="131689479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1387DA-CC68-C69C-2980-CA3B24BE1C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calculate conditional probability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4340F7-8798-C8AC-29A8-AEB41C517C2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What is the probability of rain when we know that there are dark clouds?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83C57AC-9492-1C11-27EE-82EAE4A785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13812" y="2947372"/>
            <a:ext cx="5008614" cy="3057525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6F48A5D8-87FE-D6B2-91FF-2EEE0B7DA5C5}"/>
              </a:ext>
            </a:extLst>
          </p:cNvPr>
          <p:cNvSpPr txBox="1"/>
          <p:nvPr/>
        </p:nvSpPr>
        <p:spPr>
          <a:xfrm>
            <a:off x="1219661" y="5939831"/>
            <a:ext cx="609845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IN" b="1" dirty="0"/>
              <a:t>If we know that there are dark clouds, the probability of rain is 50%.</a:t>
            </a:r>
          </a:p>
        </p:txBody>
      </p:sp>
    </p:spTree>
    <p:extLst>
      <p:ext uri="{BB962C8B-B14F-4D97-AF65-F5344CB8AC3E}">
        <p14:creationId xmlns:p14="http://schemas.microsoft.com/office/powerpoint/2010/main" val="216883629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B35A3E-58C4-73CB-E1C4-046D41A9C1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Bayes' Theorem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9DA7157D-8621-41D9-88EE-8953B86CA00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990850" y="2310606"/>
            <a:ext cx="6210300" cy="3381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05720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426</Words>
  <Application>Microsoft Office PowerPoint</Application>
  <PresentationFormat>Widescreen</PresentationFormat>
  <Paragraphs>76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6" baseType="lpstr">
      <vt:lpstr>Arial</vt:lpstr>
      <vt:lpstr>Calibri</vt:lpstr>
      <vt:lpstr>Calibri Light</vt:lpstr>
      <vt:lpstr>Cambria Math</vt:lpstr>
      <vt:lpstr>Office Theme</vt:lpstr>
      <vt:lpstr>Bayes' Theorem</vt:lpstr>
      <vt:lpstr>Bayes' Theorem</vt:lpstr>
      <vt:lpstr>Why Do We Need Bayes' Theorem? </vt:lpstr>
      <vt:lpstr>PowerPoint Presentation</vt:lpstr>
      <vt:lpstr>Bayes Theorem and Conditional Probability </vt:lpstr>
      <vt:lpstr>10 Days of Weather-A=Rain B=Dark Clouds</vt:lpstr>
      <vt:lpstr>1. Finding P(A)</vt:lpstr>
      <vt:lpstr>2. Finding P(B)</vt:lpstr>
      <vt:lpstr>3. Finding P(A∩B) </vt:lpstr>
      <vt:lpstr>calculate conditional probability</vt:lpstr>
      <vt:lpstr>Bayes' Theorem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ADMIN</dc:creator>
  <cp:lastModifiedBy>ADMIN</cp:lastModifiedBy>
  <cp:revision>1</cp:revision>
  <dcterms:created xsi:type="dcterms:W3CDTF">2026-09-21T05:21:15Z</dcterms:created>
  <dcterms:modified xsi:type="dcterms:W3CDTF">2026-09-21T05:21:28Z</dcterms:modified>
</cp:coreProperties>
</file>