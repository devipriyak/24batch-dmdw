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Statistical Visualizations in Data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Basic visualizations using Python and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Statistical visualization helps understand patterns, trends, distributions, and relationships in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compare values across categories.</a:t>
            </a:r>
          </a:p>
          <a:p>
            <a:r>
              <a:t>Seaborn: sns.barplot()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frequency distribution of numerical data.</a:t>
            </a:r>
          </a:p>
          <a:p>
            <a:r>
              <a:t>Seaborn: sns.histplot()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Box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median, quartiles, and outliers.</a:t>
            </a:r>
          </a:p>
          <a:p>
            <a:r>
              <a:t>Seaborn: sns.boxplot()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relationship between two variables.</a:t>
            </a:r>
          </a:p>
          <a:p>
            <a:r>
              <a:t>Seaborn: sns.scatterplot()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Represents trends over time or ordered data.</a:t>
            </a:r>
          </a:p>
          <a:p>
            <a:r>
              <a:t>Seaborn: sns.lineplot()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Visualizes correlations among variables.</a:t>
            </a:r>
          </a:p>
          <a:p>
            <a:r>
              <a:t>Seaborn: sns.heatmap()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Seaborn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to use</a:t>
            </a:r>
          </a:p>
          <a:p>
            <a:r>
              <a:t>Attractive graphics</a:t>
            </a:r>
          </a:p>
          <a:p>
            <a:r>
              <a:t>Built on Matplotlib</a:t>
            </a:r>
          </a:p>
          <a:p>
            <a:r>
              <a:t>Supports statistical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 Plot, Histogram, Box Plot, Scatter Plot, Line Plot, and Heatmap are widely used in Data Mining.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import </a:t>
            </a:r>
            <a:r>
              <a:rPr lang="en-US" dirty="0" err="1" smtClean="0"/>
              <a:t>seaborn</a:t>
            </a:r>
            <a:r>
              <a:rPr lang="en-US" dirty="0" smtClean="0"/>
              <a:t> as </a:t>
            </a:r>
            <a:r>
              <a:rPr lang="en-US" dirty="0" err="1" smtClean="0"/>
              <a:t>sns</a:t>
            </a:r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 err="1" smtClean="0"/>
              <a:t>matplotlib.pyplot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categories = ['A', 'B', 'C', 'D']</a:t>
            </a:r>
          </a:p>
          <a:p>
            <a:r>
              <a:rPr lang="en-US" dirty="0" smtClean="0"/>
              <a:t>values = [25, 40, 30, 20]</a:t>
            </a:r>
          </a:p>
          <a:p>
            <a:endParaRPr lang="en-US" dirty="0" smtClean="0"/>
          </a:p>
          <a:p>
            <a:r>
              <a:rPr lang="en-US" dirty="0" err="1" smtClean="0"/>
              <a:t>sns.barplot</a:t>
            </a:r>
            <a:r>
              <a:rPr lang="en-US" dirty="0" smtClean="0"/>
              <a:t>(x=categories, y=values)</a:t>
            </a:r>
          </a:p>
          <a:p>
            <a:r>
              <a:rPr lang="en-US" dirty="0" err="1" smtClean="0"/>
              <a:t>plt.title</a:t>
            </a:r>
            <a:r>
              <a:rPr lang="en-US" dirty="0" smtClean="0"/>
              <a:t>("Bar Plot")</a:t>
            </a:r>
          </a:p>
          <a:p>
            <a:r>
              <a:rPr lang="en-US" dirty="0" err="1" smtClean="0"/>
              <a:t>plt.show</a:t>
            </a:r>
            <a:r>
              <a:rPr lang="en-US" dirty="0" smtClean="0"/>
              <a:t>()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import </a:t>
            </a:r>
            <a:r>
              <a:rPr lang="en-US" dirty="0" err="1" smtClean="0"/>
              <a:t>seaborn</a:t>
            </a:r>
            <a:r>
              <a:rPr lang="en-US" dirty="0" smtClean="0"/>
              <a:t> as </a:t>
            </a:r>
            <a:r>
              <a:rPr lang="en-US" dirty="0" err="1" smtClean="0"/>
              <a:t>sns</a:t>
            </a:r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 err="1" smtClean="0"/>
              <a:t>matplotlib.pyplot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data = [10, 12, 15, 18, 20, 22, 25, 28, 30, 35]</a:t>
            </a:r>
          </a:p>
          <a:p>
            <a:endParaRPr lang="en-US" dirty="0" smtClean="0"/>
          </a:p>
          <a:p>
            <a:r>
              <a:rPr lang="en-US" dirty="0" err="1" smtClean="0"/>
              <a:t>sns.histplot</a:t>
            </a:r>
            <a:r>
              <a:rPr lang="en-US" dirty="0" smtClean="0"/>
              <a:t>(data, bins=5)</a:t>
            </a:r>
          </a:p>
          <a:p>
            <a:r>
              <a:rPr lang="en-US" dirty="0" err="1" smtClean="0"/>
              <a:t>plt.title</a:t>
            </a:r>
            <a:r>
              <a:rPr lang="en-US" dirty="0" smtClean="0"/>
              <a:t>("Histogram")</a:t>
            </a:r>
          </a:p>
          <a:p>
            <a:r>
              <a:rPr lang="en-US" dirty="0" err="1" smtClean="0"/>
              <a:t>plt.show</a:t>
            </a:r>
            <a:r>
              <a:rPr lang="en-US" dirty="0" smtClean="0"/>
              <a:t>()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import </a:t>
            </a:r>
            <a:r>
              <a:rPr lang="en-US" dirty="0" err="1" smtClean="0"/>
              <a:t>seaborn</a:t>
            </a:r>
            <a:r>
              <a:rPr lang="en-US" dirty="0" smtClean="0"/>
              <a:t> as </a:t>
            </a:r>
            <a:r>
              <a:rPr lang="en-US" dirty="0" err="1" smtClean="0"/>
              <a:t>sns</a:t>
            </a:r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 err="1" smtClean="0"/>
              <a:t>matplotlib.pyplot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data = [10, 12, 15, 18, 20, 22, 25, 28, 30, 50]</a:t>
            </a:r>
          </a:p>
          <a:p>
            <a:endParaRPr lang="en-US" dirty="0" smtClean="0"/>
          </a:p>
          <a:p>
            <a:r>
              <a:rPr lang="en-US" dirty="0" err="1" smtClean="0"/>
              <a:t>sns.boxplot</a:t>
            </a:r>
            <a:r>
              <a:rPr lang="en-US" dirty="0" smtClean="0"/>
              <a:t>(x=data)</a:t>
            </a:r>
          </a:p>
          <a:p>
            <a:r>
              <a:rPr lang="en-US" dirty="0" err="1" smtClean="0"/>
              <a:t>plt.title</a:t>
            </a:r>
            <a:r>
              <a:rPr lang="en-US" dirty="0" smtClean="0"/>
              <a:t>("Box Plot")</a:t>
            </a:r>
          </a:p>
          <a:p>
            <a:r>
              <a:rPr lang="en-US" dirty="0" err="1" smtClean="0"/>
              <a:t>plt.show</a:t>
            </a:r>
            <a:r>
              <a:rPr lang="en-US" dirty="0" smtClean="0"/>
              <a:t>()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import </a:t>
            </a:r>
            <a:r>
              <a:rPr lang="en-US" dirty="0" err="1" smtClean="0"/>
              <a:t>seaborn</a:t>
            </a:r>
            <a:r>
              <a:rPr lang="en-US" dirty="0" smtClean="0"/>
              <a:t> as </a:t>
            </a:r>
            <a:r>
              <a:rPr lang="en-US" dirty="0" err="1" smtClean="0"/>
              <a:t>sns</a:t>
            </a:r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 err="1" smtClean="0"/>
              <a:t>matplotlib.pyplot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x = [1, 2, 3, 4, 5]</a:t>
            </a:r>
          </a:p>
          <a:p>
            <a:r>
              <a:rPr lang="en-US" dirty="0" smtClean="0"/>
              <a:t>y = [10, 15, 12, 25, 20]</a:t>
            </a:r>
          </a:p>
          <a:p>
            <a:endParaRPr lang="en-US" dirty="0" smtClean="0"/>
          </a:p>
          <a:p>
            <a:r>
              <a:rPr lang="en-US" dirty="0" err="1" smtClean="0"/>
              <a:t>sns.scatterplot</a:t>
            </a:r>
            <a:r>
              <a:rPr lang="en-US" dirty="0" smtClean="0"/>
              <a:t>(x=x, y=y)</a:t>
            </a:r>
          </a:p>
          <a:p>
            <a:r>
              <a:rPr lang="en-US" dirty="0" err="1" smtClean="0"/>
              <a:t>plt.title</a:t>
            </a:r>
            <a:r>
              <a:rPr lang="en-US" dirty="0" smtClean="0"/>
              <a:t>("Scatter Plot")</a:t>
            </a:r>
          </a:p>
          <a:p>
            <a:r>
              <a:rPr lang="en-US" dirty="0" err="1" smtClean="0"/>
              <a:t>plt.show</a:t>
            </a:r>
            <a:r>
              <a:rPr lang="en-US" dirty="0" smtClean="0"/>
              <a:t>()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import </a:t>
            </a:r>
            <a:r>
              <a:rPr lang="en-US" dirty="0" err="1" smtClean="0"/>
              <a:t>seaborn</a:t>
            </a:r>
            <a:r>
              <a:rPr lang="en-US" dirty="0" smtClean="0"/>
              <a:t> as </a:t>
            </a:r>
            <a:r>
              <a:rPr lang="en-US" dirty="0" err="1" smtClean="0"/>
              <a:t>sns</a:t>
            </a:r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 err="1" smtClean="0"/>
              <a:t>matplotlib.pyplot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x = [1, 2, 3, 4, 5]</a:t>
            </a:r>
          </a:p>
          <a:p>
            <a:r>
              <a:rPr lang="en-US" dirty="0" smtClean="0"/>
              <a:t>y = [10, 15, 12, 25, 20]</a:t>
            </a:r>
          </a:p>
          <a:p>
            <a:endParaRPr lang="en-US" dirty="0" smtClean="0"/>
          </a:p>
          <a:p>
            <a:r>
              <a:rPr lang="en-US" dirty="0" err="1" smtClean="0"/>
              <a:t>sns.lineplot</a:t>
            </a:r>
            <a:r>
              <a:rPr lang="en-US" dirty="0" smtClean="0"/>
              <a:t>(x=x, y=y, marker='o')</a:t>
            </a:r>
          </a:p>
          <a:p>
            <a:r>
              <a:rPr lang="en-US" dirty="0" err="1" smtClean="0"/>
              <a:t>plt.title</a:t>
            </a:r>
            <a:r>
              <a:rPr lang="en-US" dirty="0" smtClean="0"/>
              <a:t>("Line Plot")</a:t>
            </a:r>
          </a:p>
          <a:p>
            <a:r>
              <a:rPr lang="en-US" dirty="0" err="1" smtClean="0"/>
              <a:t>plt.show</a:t>
            </a:r>
            <a:r>
              <a:rPr lang="en-US" dirty="0" smtClean="0"/>
              <a:t>()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86000" y="282883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import pandas as pd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numpy</a:t>
            </a:r>
            <a:r>
              <a:rPr lang="en-US" dirty="0" smtClean="0"/>
              <a:t> as </a:t>
            </a:r>
            <a:r>
              <a:rPr lang="en-US" dirty="0" err="1" smtClean="0"/>
              <a:t>np</a:t>
            </a:r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 err="1" smtClean="0"/>
              <a:t>matplotlib.pyplot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 err="1" smtClean="0"/>
              <a:t>seaborn</a:t>
            </a:r>
            <a:r>
              <a:rPr lang="en-US" dirty="0" smtClean="0"/>
              <a:t> as </a:t>
            </a:r>
            <a:r>
              <a:rPr lang="en-US" smtClean="0"/>
              <a:t>sns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372</Words>
  <Application>Microsoft Macintosh PowerPoint</Application>
  <PresentationFormat>On-screen Show (4:3)</PresentationFormat>
  <Paragraphs>76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Statistical Visualizations in Data Mining</vt:lpstr>
      <vt:lpstr>Introduction</vt:lpstr>
      <vt:lpstr>Bar Plot</vt:lpstr>
      <vt:lpstr>Histogram</vt:lpstr>
      <vt:lpstr>Box Plot</vt:lpstr>
      <vt:lpstr>Scatter Plot</vt:lpstr>
      <vt:lpstr>Line Plot</vt:lpstr>
      <vt:lpstr>Heatmap</vt:lpstr>
      <vt:lpstr>Advantages of Seaborn</vt:lpstr>
      <vt:lpstr>Conclusion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Visualizations in Data Mining</dc:title>
  <dc:creator>PC</dc:creator>
  <dc:description>generated using python-pptx</dc:description>
  <cp:lastModifiedBy>PC</cp:lastModifiedBy>
  <cp:revision>2</cp:revision>
  <dcterms:created xsi:type="dcterms:W3CDTF">2013-01-27T09:14:16Z</dcterms:created>
  <dcterms:modified xsi:type="dcterms:W3CDTF">2026-08-05T02:41:51Z</dcterms:modified>
</cp:coreProperties>
</file>