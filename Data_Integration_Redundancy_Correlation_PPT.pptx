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DATA INTEGRATION</a:t>
            </a:r>
          </a:p>
          <a:p>
            <a:pPr algn="ctr">
              <a:defRPr sz="2400"/>
            </a:pPr>
            <a:r>
              <a:t>DataFrames, Merging, Redundancy &amp; Correlation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Understand the purpose of data integration.</a:t>
            </a:r>
          </a:p>
          <a:p>
            <a:pPr>
              <a:spcAft>
                <a:spcPts val="900"/>
              </a:spcAft>
              <a:defRPr sz="2000"/>
            </a:pPr>
            <a:r>
              <a:t>Combine multiple CSV files using Pandas DataFrames.</a:t>
            </a:r>
          </a:p>
          <a:p>
            <a:pPr>
              <a:spcAft>
                <a:spcPts val="900"/>
              </a:spcAft>
              <a:defRPr sz="2000"/>
            </a:pPr>
            <a:r>
              <a:t>Understand common keys and merge/join operations.</a:t>
            </a:r>
          </a:p>
          <a:p>
            <a:pPr>
              <a:spcAft>
                <a:spcPts val="900"/>
              </a:spcAft>
              <a:defRPr sz="2000"/>
            </a:pPr>
            <a:r>
              <a:t>Detect duplicate records and investigate redundancy.</a:t>
            </a:r>
          </a:p>
          <a:p>
            <a:pPr>
              <a:spcAft>
                <a:spcPts val="900"/>
              </a:spcAft>
              <a:defRPr sz="2000"/>
            </a:pPr>
            <a:r>
              <a:t>Perform correlation analysis on numerical attributes.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Data Integration?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Combining data from multiple sources into a unified dataset.</a:t>
            </a:r>
          </a:p>
          <a:p>
            <a:pPr>
              <a:spcAft>
                <a:spcPts val="900"/>
              </a:spcAft>
              <a:defRPr sz="2000"/>
            </a:pPr>
            <a:r>
              <a:t>Sources may be CSV files, databases, spreadsheets, APIs, or applications.</a:t>
            </a:r>
          </a:p>
          <a:p>
            <a:pPr>
              <a:spcAft>
                <a:spcPts val="900"/>
              </a:spcAft>
              <a:defRPr sz="2000"/>
            </a:pPr>
            <a:r>
              <a:t>The integrated data should have consistent structure and meaning.</a:t>
            </a:r>
          </a:p>
          <a:p>
            <a:pPr>
              <a:spcAft>
                <a:spcPts val="900"/>
              </a:spcAft>
              <a:defRPr sz="2000"/>
            </a:pPr>
            <a:r>
              <a:t>Goal: create a dataset suitable for analysis and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is Data Integration Required?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Data is often distributed across different files or systems.</a:t>
            </a:r>
          </a:p>
          <a:p>
            <a:pPr>
              <a:spcAft>
                <a:spcPts val="900"/>
              </a:spcAft>
              <a:defRPr sz="2000"/>
            </a:pPr>
            <a:r>
              <a:t>Different sources may contain complementary attributes.</a:t>
            </a:r>
          </a:p>
          <a:p>
            <a:pPr>
              <a:spcAft>
                <a:spcPts val="900"/>
              </a:spcAft>
              <a:defRPr sz="2000"/>
            </a:pPr>
            <a:r>
              <a:t>Integration provides a more complete view of an entity.</a:t>
            </a:r>
          </a:p>
          <a:p>
            <a:pPr>
              <a:spcAft>
                <a:spcPts val="900"/>
              </a:spcAft>
              <a:defRPr sz="2000"/>
            </a:pPr>
            <a:r>
              <a:t>It supports later preprocessing, analysis, and machine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1. Data Cleaning → missing values, noise, duplicates, inconsistencies</a:t>
            </a:r>
          </a:p>
          <a:p>
            <a:pPr>
              <a:spcAft>
                <a:spcPts val="900"/>
              </a:spcAft>
              <a:defRPr sz="2000"/>
            </a:pPr>
            <a:r>
              <a:t>2. Data Integration → combine multiple sources</a:t>
            </a:r>
          </a:p>
          <a:p>
            <a:pPr>
              <a:spcAft>
                <a:spcPts val="900"/>
              </a:spcAft>
              <a:defRPr sz="2000"/>
            </a:pPr>
            <a:r>
              <a:t>3. Data Transformation → encoding, normalization, standardization</a:t>
            </a:r>
          </a:p>
          <a:p>
            <a:pPr>
              <a:spcAft>
                <a:spcPts val="900"/>
              </a:spcAft>
              <a:defRPr sz="2000"/>
            </a:pPr>
            <a:r>
              <a:t>4. Data Reduction → feature selection, sampling, dimensionality reduction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Example: Multiple Student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student.csv → Student_ID, Name, Department</a:t>
            </a:r>
          </a:p>
          <a:p>
            <a:pPr>
              <a:spcAft>
                <a:spcPts val="900"/>
              </a:spcAft>
              <a:defRPr sz="2000"/>
            </a:pPr>
            <a:r>
              <a:t>academic.csv → Student_ID, CGPA, Marks</a:t>
            </a:r>
          </a:p>
          <a:p>
            <a:pPr>
              <a:spcAft>
                <a:spcPts val="900"/>
              </a:spcAft>
              <a:defRPr sz="2000"/>
            </a:pPr>
            <a:r>
              <a:t>attendance.csv → Student_ID, Attendance</a:t>
            </a:r>
          </a:p>
          <a:p>
            <a:pPr>
              <a:spcAft>
                <a:spcPts val="900"/>
              </a:spcAft>
              <a:defRPr sz="2000"/>
            </a:pPr>
            <a:r>
              <a:t>Student_ID is the common 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DataFrame in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A DataFrame is a two-dimensional labeled data structure.</a:t>
            </a:r>
          </a:p>
          <a:p>
            <a:pPr>
              <a:spcAft>
                <a:spcPts val="900"/>
              </a:spcAft>
              <a:defRPr sz="2000"/>
            </a:pPr>
            <a:r>
              <a:t>Rows represent records and columns represent attributes.</a:t>
            </a:r>
          </a:p>
          <a:p>
            <a:pPr>
              <a:spcAft>
                <a:spcPts val="900"/>
              </a:spcAft>
              <a:defRPr sz="2000"/>
            </a:pPr>
            <a:r>
              <a:t>Each CSV file can be loaded into a separate DataFrame.</a:t>
            </a:r>
          </a:p>
          <a:p>
            <a:pPr>
              <a:spcAft>
                <a:spcPts val="900"/>
              </a:spcAft>
              <a:defRPr sz="2000"/>
            </a:pPr>
            <a:r>
              <a:t>DataFrames can be merged, joined, filtered, and analyzed.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Reading Different CSV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import pandas as pd</a:t>
            </a:r>
            <a:br/>
            <a:br/>
            <a:r>
              <a:t>student_df = pd.read_csv("student.csv")</a:t>
            </a:r>
            <a:br/>
            <a:r>
              <a:t>academic_df = pd.read_csv("academic.csv")</a:t>
            </a:r>
            <a:br/>
            <a:r>
              <a:t>attendance_df = pd.read_csv("attendance.csv")</a:t>
            </a:r>
            <a:br/>
            <a:br/>
            <a:r>
              <a:t>print(student_df)</a:t>
            </a:r>
            <a:br/>
            <a:r>
              <a:t>print(academic_df)</a:t>
            </a:r>
            <a:br/>
            <a:r>
              <a:t>print(attendance_df)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Key /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A common key is an attribute shared by two or more datasets.</a:t>
            </a:r>
          </a:p>
          <a:p>
            <a:pPr>
              <a:spcAft>
                <a:spcPts val="900"/>
              </a:spcAft>
              <a:defRPr sz="2000"/>
            </a:pPr>
            <a:r>
              <a:t>Student_ID connects student, academic, and attendance information.</a:t>
            </a:r>
          </a:p>
          <a:p>
            <a:pPr>
              <a:spcAft>
                <a:spcPts val="900"/>
              </a:spcAft>
              <a:defRPr sz="2000"/>
            </a:pPr>
            <a:r>
              <a:t>The key should identify the same entity consistently across sources.</a:t>
            </a:r>
          </a:p>
          <a:p>
            <a:pPr>
              <a:spcAft>
                <a:spcPts val="900"/>
              </a:spcAft>
              <a:defRPr sz="2000"/>
            </a:pPr>
            <a:r>
              <a:t>Example: Student_ID = 101 refers to the same student in all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Merging DataFrames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integrated_df = pd.merge(</a:t>
            </a:r>
            <a:br/>
            <a:r>
              <a:t>    student_df, academic_df,</a:t>
            </a:r>
            <a:br/>
            <a:r>
              <a:t>    on="Student_ID", how="inner"</a:t>
            </a:r>
            <a:br/>
            <a:r>
              <a:t>)</a:t>
            </a:r>
            <a:br/>
            <a:br/>
            <a:r>
              <a:t>integrated_df = pd.merge(</a:t>
            </a:r>
            <a:br/>
            <a:r>
              <a:t>    integrated_df, attendance_df,</a:t>
            </a:r>
            <a:br/>
            <a:r>
              <a:t>    on="Student_ID", how="inner"</a:t>
            </a:r>
            <a:br/>
            <a:r>
              <a:t>)</a:t>
            </a:r>
            <a:br/>
            <a:br/>
            <a:r>
              <a:t>print(integrated_df)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Types of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Inner Join → matching keys only.</a:t>
            </a:r>
          </a:p>
          <a:p>
            <a:pPr>
              <a:spcAft>
                <a:spcPts val="900"/>
              </a:spcAft>
              <a:defRPr sz="2000"/>
            </a:pPr>
            <a:r>
              <a:t>Left Join → all rows from the left dataset.</a:t>
            </a:r>
          </a:p>
          <a:p>
            <a:pPr>
              <a:spcAft>
                <a:spcPts val="900"/>
              </a:spcAft>
              <a:defRPr sz="2000"/>
            </a:pPr>
            <a:r>
              <a:t>Right Join → all rows from the right dataset.</a:t>
            </a:r>
          </a:p>
          <a:p>
            <a:pPr>
              <a:spcAft>
                <a:spcPts val="900"/>
              </a:spcAft>
              <a:defRPr sz="2000"/>
            </a:pPr>
            <a:r>
              <a:t>Outer Join → all keys from both datasets.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Inner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pd.merge(</a:t>
            </a:r>
            <a:br/>
            <a:r>
              <a:t>    student_df, academic_df,</a:t>
            </a:r>
            <a:br/>
            <a:r>
              <a:t>    on="Student_ID", how="inner"</a:t>
            </a:r>
            <a:br/>
            <a:r>
              <a:t>)</a:t>
            </a:r>
            <a:br/>
            <a:br/>
            <a:r>
              <a:t># Matching Student_ID values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Left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pd.merge(</a:t>
            </a:r>
            <a:br/>
            <a:r>
              <a:t>    student_df, academic_df,</a:t>
            </a:r>
            <a:br/>
            <a:r>
              <a:t>    on="Student_ID", how="left"</a:t>
            </a:r>
            <a:br/>
            <a:r>
              <a:t>)</a:t>
            </a:r>
            <a:br/>
            <a:br/>
            <a:r>
              <a:t># All rows from student_df are retained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Right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pd.merge(</a:t>
            </a:r>
            <a:br/>
            <a:r>
              <a:t>    student_df, academic_df,</a:t>
            </a:r>
            <a:br/>
            <a:r>
              <a:t>    on="Student_ID", how="right"</a:t>
            </a:r>
            <a:br/>
            <a:r>
              <a:t>)</a:t>
            </a:r>
            <a:br/>
            <a:br/>
            <a:r>
              <a:t># All rows from academic_df are retained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Outer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pd.merge(</a:t>
            </a:r>
            <a:br/>
            <a:r>
              <a:t>    student_df, academic_df,</a:t>
            </a:r>
            <a:br/>
            <a:r>
              <a:t>    on="Student_ID", how="outer"</a:t>
            </a:r>
            <a:br/>
            <a:r>
              <a:t>)</a:t>
            </a:r>
            <a:br/>
            <a:br/>
            <a:r>
              <a:t># All keys from both datasets are retained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Program 1 — Complete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import pandas as pd</a:t>
            </a:r>
            <a:br/>
            <a:br/>
            <a:r>
              <a:t>student_df = pd.read_csv("student.csv")</a:t>
            </a:r>
            <a:br/>
            <a:r>
              <a:t>academic_df = pd.read_csv("academic.csv")</a:t>
            </a:r>
            <a:br/>
            <a:r>
              <a:t>attendance_df = pd.read_csv("attendance.csv")</a:t>
            </a:r>
            <a:br/>
            <a:br/>
            <a:r>
              <a:t>integrated_df = pd.merge(</a:t>
            </a:r>
            <a:br/>
            <a:r>
              <a:t>    student_df, academic_df,</a:t>
            </a:r>
            <a:br/>
            <a:r>
              <a:t>    on="Student_ID", how="inner"</a:t>
            </a:r>
            <a:br/>
            <a:r>
              <a:t>)</a:t>
            </a:r>
            <a:br/>
            <a:br/>
            <a:r>
              <a:t>integrated_df = pd.merge(</a:t>
            </a:r>
            <a:br/>
            <a:r>
              <a:t>    integrated_df, attendance_df,</a:t>
            </a:r>
            <a:br/>
            <a:r>
              <a:t>    on="Student_ID", how="inner"</a:t>
            </a:r>
            <a:br/>
            <a:r>
              <a:t>)</a:t>
            </a:r>
            <a:br/>
            <a:br/>
            <a:r>
              <a:t>print(integrated_df)</a:t>
            </a:r>
            <a:br/>
            <a:br/>
            <a:r>
              <a:t>integrated_df.to_csv(</a:t>
            </a:r>
            <a:br/>
            <a:r>
              <a:t>    "integrated_student_data.csv",</a:t>
            </a:r>
            <a:br/>
            <a:r>
              <a:t>    index=False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Integrated Dataset — 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Student_ID | Name  | Department | CGPA | Marks | Attendance</a:t>
            </a:r>
          </a:p>
          <a:p>
            <a:pPr>
              <a:spcAft>
                <a:spcPts val="900"/>
              </a:spcAft>
              <a:defRPr sz="2000"/>
            </a:pPr>
            <a:r>
              <a:t>101 | Ravi  | CSE  | 8.5 | 85 | 92</a:t>
            </a:r>
          </a:p>
          <a:p>
            <a:pPr>
              <a:spcAft>
                <a:spcPts val="900"/>
              </a:spcAft>
              <a:defRPr sz="2000"/>
            </a:pPr>
            <a:r>
              <a:t>102 | Priya | AIDS | 7.8 | 78 | 88</a:t>
            </a:r>
          </a:p>
          <a:p>
            <a:pPr>
              <a:spcAft>
                <a:spcPts val="900"/>
              </a:spcAft>
              <a:defRPr sz="2000"/>
            </a:pPr>
            <a:r>
              <a:t>103 | Arun  | CSE  | 9.0 | 90 | 95</a:t>
            </a:r>
          </a:p>
          <a:p>
            <a:pPr>
              <a:spcAft>
                <a:spcPts val="900"/>
              </a:spcAft>
              <a:defRPr sz="2000"/>
            </a:pPr>
            <a:r>
              <a:t>104 | Sita  | AIDS | 8.2 | 82 | 90</a:t>
            </a:r>
          </a:p>
          <a:p>
            <a:pPr>
              <a:spcAft>
                <a:spcPts val="900"/>
              </a:spcAft>
              <a:defRPr sz="2000"/>
            </a:pPr>
            <a:r>
              <a:t>One unified DataFrame now contains information from all three sources.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Data Redundancy?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Redundancy means unnecessary repetition or duplication of information.</a:t>
            </a:r>
          </a:p>
          <a:p>
            <a:pPr>
              <a:spcAft>
                <a:spcPts val="900"/>
              </a:spcAft>
              <a:defRPr sz="2000"/>
            </a:pPr>
            <a:r>
              <a:t>Example: the same complete record appears more than once.</a:t>
            </a:r>
          </a:p>
          <a:p>
            <a:pPr>
              <a:spcAft>
                <a:spcPts val="900"/>
              </a:spcAft>
              <a:defRPr sz="2000"/>
            </a:pPr>
            <a:r>
              <a:t>Two attributes can also contain overlapping information.</a:t>
            </a:r>
          </a:p>
          <a:p>
            <a:pPr>
              <a:spcAft>
                <a:spcPts val="900"/>
              </a:spcAft>
              <a:defRPr sz="2000"/>
            </a:pPr>
            <a:r>
              <a:t>Redundancy can increase storage and create inconsistency.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Duplicate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duplicate_rows = integrated_df.duplicated()</a:t>
            </a:r>
            <a:br/>
            <a:br/>
            <a:r>
              <a:t>print("Number of duplicate rows:",</a:t>
            </a:r>
            <a:br/>
            <a:r>
              <a:t>      duplicate_rows.sum())</a:t>
            </a:r>
            <a:br/>
            <a:br/>
            <a:r>
              <a:t>if duplicate_rows.sum() &gt; 0:</a:t>
            </a:r>
            <a:br/>
            <a:r>
              <a:t>    print(integrated_df[duplicate_rows])</a:t>
            </a:r>
            <a:br/>
            <a:r>
              <a:t>else:</a:t>
            </a:r>
            <a:br/>
            <a:r>
              <a:t>    print("No duplicate records found.")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Redundancy vs.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Duplicate records → exact repeated rows.</a:t>
            </a:r>
          </a:p>
          <a:p>
            <a:pPr>
              <a:spcAft>
                <a:spcPts val="900"/>
              </a:spcAft>
              <a:defRPr sz="2000"/>
            </a:pPr>
            <a:r>
              <a:t>Duplicate attributes → columns contain exactly the same values.</a:t>
            </a:r>
          </a:p>
          <a:p>
            <a:pPr>
              <a:spcAft>
                <a:spcPts val="900"/>
              </a:spcAft>
              <a:defRPr sz="2000"/>
            </a:pPr>
            <a:r>
              <a:t>Highly correlated attributes → strong statistical relationship.</a:t>
            </a:r>
          </a:p>
          <a:p>
            <a:pPr>
              <a:spcAft>
                <a:spcPts val="900"/>
              </a:spcAft>
              <a:defRPr sz="2000"/>
            </a:pPr>
            <a:r>
              <a:t>High correlation suggests possible redundancy, but does not automatically mean deletion.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Correlation measures the strength and direction of a linear relationship between numerical variables.</a:t>
            </a:r>
          </a:p>
          <a:p>
            <a:pPr>
              <a:spcAft>
                <a:spcPts val="900"/>
              </a:spcAft>
              <a:defRPr sz="2000"/>
            </a:pPr>
            <a:r>
              <a:t>Pearson correlation ranges from −1 to +1.</a:t>
            </a:r>
          </a:p>
          <a:p>
            <a:pPr>
              <a:spcAft>
                <a:spcPts val="900"/>
              </a:spcAft>
              <a:defRPr sz="2000"/>
            </a:pPr>
            <a:r>
              <a:t>+1 → perfect positive linear relationship.</a:t>
            </a:r>
          </a:p>
          <a:p>
            <a:pPr>
              <a:spcAft>
                <a:spcPts val="900"/>
              </a:spcAft>
              <a:defRPr sz="2000"/>
            </a:pPr>
            <a:r>
              <a:t>0 → no linear relationship.</a:t>
            </a:r>
          </a:p>
          <a:p>
            <a:pPr>
              <a:spcAft>
                <a:spcPts val="900"/>
              </a:spcAft>
              <a:defRPr sz="2000"/>
            </a:pPr>
            <a:r>
              <a:t>−1 → perfect negative linear relationship.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Pearson Correlation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|r| close to 1 → strong linear association.</a:t>
            </a:r>
          </a:p>
          <a:p>
            <a:pPr>
              <a:spcAft>
                <a:spcPts val="900"/>
              </a:spcAft>
              <a:defRPr sz="2000"/>
            </a:pPr>
            <a:r>
              <a:t>|r| close to 0 → weak linear association.</a:t>
            </a:r>
          </a:p>
          <a:p>
            <a:pPr>
              <a:spcAft>
                <a:spcPts val="900"/>
              </a:spcAft>
              <a:defRPr sz="2000"/>
            </a:pPr>
            <a:r>
              <a:t>Positive r → variables tend to increase together.</a:t>
            </a:r>
          </a:p>
          <a:p>
            <a:pPr>
              <a:spcAft>
                <a:spcPts val="900"/>
              </a:spcAft>
              <a:defRPr sz="2000"/>
            </a:pPr>
            <a:r>
              <a:t>Negative r → one tends to increase as the other decreases.</a:t>
            </a:r>
          </a:p>
          <a:p>
            <a:pPr>
              <a:spcAft>
                <a:spcPts val="900"/>
              </a:spcAft>
              <a:defRPr sz="2000"/>
            </a:pPr>
            <a:r>
              <a:t>Correlation indicates association, not causation.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Correlation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numeric_df = integrated_df.select_dtypes(</a:t>
            </a:r>
            <a:br/>
            <a:r>
              <a:t>    include="number"</a:t>
            </a:r>
            <a:br/>
            <a:r>
              <a:t>)</a:t>
            </a:r>
            <a:br/>
            <a:br/>
            <a:r>
              <a:t>correlation_matrix = numeric_df.corr()</a:t>
            </a:r>
            <a:br/>
            <a:br/>
            <a:r>
              <a:t>print(correlation_matrix)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Identify Highly Correlated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threshold = 0.80</a:t>
            </a:r>
            <a:br/>
            <a:r>
              <a:t>columns = correlation_matrix.columns</a:t>
            </a:r>
            <a:br/>
            <a:br/>
            <a:r>
              <a:t>for i in range(len(columns)):</a:t>
            </a:r>
            <a:br/>
            <a:r>
              <a:t>    for j in range(i + 1, len(columns)):</a:t>
            </a:r>
            <a:br/>
            <a:r>
              <a:t>        r = correlation_matrix.iloc[i, j]</a:t>
            </a:r>
            <a:br/>
            <a:br/>
            <a:r>
              <a:t>        if abs(r) &gt;= threshold:</a:t>
            </a:r>
            <a:br/>
            <a:r>
              <a:t>            print(</a:t>
            </a:r>
            <a:br/>
            <a:r>
              <a:t>                columns[i], "&lt;-&gt;",</a:t>
            </a:r>
            <a:br/>
            <a:r>
              <a:t>                columns[j], "=",</a:t>
            </a:r>
            <a:br/>
            <a:r>
              <a:t>                round(r, 3)</a:t>
            </a:r>
            <a:br/>
            <a:r>
              <a:t>            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Program 2 — Redundancy &amp;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import pandas as pd</a:t>
            </a:r>
            <a:br/>
            <a:br/>
            <a:r>
              <a:t>df = pd.read_csv("integrated_student_data.csv")</a:t>
            </a:r>
            <a:br/>
            <a:br/>
            <a:r>
              <a:t># Redundancy: duplicate rows</a:t>
            </a:r>
            <a:br/>
            <a:r>
              <a:t>duplicates = df.duplicated()</a:t>
            </a:r>
            <a:br/>
            <a:r>
              <a:t>print("Duplicate rows:", duplicates.sum())</a:t>
            </a:r>
            <a:br/>
            <a:br/>
            <a:r>
              <a:t># Correlation</a:t>
            </a:r>
            <a:br/>
            <a:r>
              <a:t>numeric_df = df.select_dtypes(include="number")</a:t>
            </a:r>
            <a:br/>
            <a:r>
              <a:t>corr = numeric_df.corr()</a:t>
            </a:r>
            <a:br/>
            <a:r>
              <a:t>print("\nCorrelation Matrix:")</a:t>
            </a:r>
            <a:br/>
            <a:r>
              <a:t>print(corr)</a:t>
            </a:r>
            <a:br/>
            <a:br/>
            <a:r>
              <a:t># High correlation</a:t>
            </a:r>
            <a:br/>
            <a:r>
              <a:t>threshold = 0.80</a:t>
            </a:r>
            <a:br/>
            <a:r>
              <a:t>cols = corr.columns</a:t>
            </a:r>
            <a:br/>
            <a:br/>
            <a:r>
              <a:t>for i in range(len(cols)):</a:t>
            </a:r>
            <a:br/>
            <a:r>
              <a:t>    for j in range(i + 1, len(cols)):</a:t>
            </a:r>
            <a:br/>
            <a:r>
              <a:t>        r = corr.iloc[i, j]</a:t>
            </a:r>
            <a:br/>
            <a:r>
              <a:t>        if abs(r) &gt;= threshold:</a:t>
            </a:r>
            <a:br/>
            <a:r>
              <a:t>            print(cols[i], "&lt;-&gt;",</a:t>
            </a:r>
            <a:br/>
            <a:r>
              <a:t>                  cols[j], "=", round(r, 3))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Complete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Different CSV files</a:t>
            </a:r>
          </a:p>
          <a:p>
            <a:pPr>
              <a:spcAft>
                <a:spcPts val="900"/>
              </a:spcAft>
              <a:defRPr sz="2000"/>
            </a:pPr>
            <a:r>
              <a:t>↓ Load into separate Pandas DataFrames</a:t>
            </a:r>
          </a:p>
          <a:p>
            <a:pPr>
              <a:spcAft>
                <a:spcPts val="900"/>
              </a:spcAft>
              <a:defRPr sz="2000"/>
            </a:pPr>
            <a:r>
              <a:t>↓ Identify common key</a:t>
            </a:r>
          </a:p>
          <a:p>
            <a:pPr>
              <a:spcAft>
                <a:spcPts val="900"/>
              </a:spcAft>
              <a:defRPr sz="2000"/>
            </a:pPr>
            <a:r>
              <a:t>↓ Merge / Join</a:t>
            </a:r>
          </a:p>
          <a:p>
            <a:pPr>
              <a:spcAft>
                <a:spcPts val="900"/>
              </a:spcAft>
              <a:defRPr sz="2000"/>
            </a:pPr>
            <a:r>
              <a:t>↓ Integrated DataFrame</a:t>
            </a:r>
          </a:p>
          <a:p>
            <a:pPr>
              <a:spcAft>
                <a:spcPts val="900"/>
              </a:spcAft>
              <a:defRPr sz="2000"/>
            </a:pPr>
            <a:r>
              <a:t>↓ Check duplicate records and redundancy</a:t>
            </a:r>
          </a:p>
          <a:p>
            <a:pPr>
              <a:spcAft>
                <a:spcPts val="900"/>
              </a:spcAft>
              <a:defRPr sz="2000"/>
            </a:pPr>
            <a:r>
              <a:t>↓ Correlation analysis</a:t>
            </a:r>
          </a:p>
          <a:p>
            <a:pPr>
              <a:spcAft>
                <a:spcPts val="900"/>
              </a:spcAft>
              <a:defRPr sz="2000"/>
            </a:pPr>
            <a:r>
              <a:t>↓ Final dataset for transformation and modeling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Data Integration combines data from multiple sources.</a:t>
            </a:r>
          </a:p>
          <a:p>
            <a:pPr>
              <a:spcAft>
                <a:spcPts val="900"/>
              </a:spcAft>
              <a:defRPr sz="2000"/>
            </a:pPr>
            <a:r>
              <a:t>pd.merge() performs DataFrame merging.</a:t>
            </a:r>
          </a:p>
          <a:p>
            <a:pPr>
              <a:spcAft>
                <a:spcPts val="900"/>
              </a:spcAft>
              <a:defRPr sz="2000"/>
            </a:pPr>
            <a:r>
              <a:t>Student_ID is the common key in the practical example.</a:t>
            </a:r>
          </a:p>
          <a:p>
            <a:pPr>
              <a:spcAft>
                <a:spcPts val="900"/>
              </a:spcAft>
              <a:defRPr sz="2000"/>
            </a:pPr>
            <a:r>
              <a:t>duplicated() detects repeated records.</a:t>
            </a:r>
          </a:p>
          <a:p>
            <a:pPr>
              <a:spcAft>
                <a:spcPts val="900"/>
              </a:spcAft>
              <a:defRPr sz="2000"/>
            </a:pPr>
            <a:r>
              <a:t>corr() calculates the correlation matrix.</a:t>
            </a:r>
          </a:p>
          <a:p>
            <a:pPr>
              <a:spcAft>
                <a:spcPts val="900"/>
              </a:spcAft>
              <a:defRPr sz="2000"/>
            </a:pPr>
            <a:r>
              <a:t>High correlation is a signal for investigation, not automatic deletion.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Practical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Create three CSV files for student, academic, and attendance data.</a:t>
            </a:r>
          </a:p>
          <a:p>
            <a:pPr>
              <a:spcAft>
                <a:spcPts val="900"/>
              </a:spcAft>
              <a:defRPr sz="2000"/>
            </a:pPr>
            <a:r>
              <a:t>Load each file into a separate DataFrame.</a:t>
            </a:r>
          </a:p>
          <a:p>
            <a:pPr>
              <a:spcAft>
                <a:spcPts val="900"/>
              </a:spcAft>
              <a:defRPr sz="2000"/>
            </a:pPr>
            <a:r>
              <a:t>Integrate them using Student_ID.</a:t>
            </a:r>
          </a:p>
          <a:p>
            <a:pPr>
              <a:spcAft>
                <a:spcPts val="900"/>
              </a:spcAft>
              <a:defRPr sz="2000"/>
            </a:pPr>
            <a:r>
              <a:t>Insert one duplicate record and detect it.</a:t>
            </a:r>
          </a:p>
          <a:p>
            <a:pPr>
              <a:spcAft>
                <a:spcPts val="900"/>
              </a:spcAft>
              <a:defRPr sz="2000"/>
            </a:pPr>
            <a:r>
              <a:t>Calculate the correlation matrix.</a:t>
            </a:r>
          </a:p>
          <a:p>
            <a:pPr>
              <a:spcAft>
                <a:spcPts val="900"/>
              </a:spcAft>
              <a:defRPr sz="2000"/>
            </a:pPr>
            <a:r>
              <a:t>Identify pairs with |r| ≥ 0.80 and explain their relationship.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1633</Words>
  <Application>Microsoft Office PowerPoint</Application>
  <PresentationFormat>Widescreen</PresentationFormat>
  <Paragraphs>117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1</cp:revision>
  <dcterms:created xsi:type="dcterms:W3CDTF">2013-01-27T09:14:16Z</dcterms:created>
  <dcterms:modified xsi:type="dcterms:W3CDTF">2026-08-14T04:22:01Z</dcterms:modified>
  <cp:category/>
</cp:coreProperties>
</file>