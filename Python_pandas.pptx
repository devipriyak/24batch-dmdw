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90" r:id="rId5"/>
    <p:sldId id="262" r:id="rId6"/>
    <p:sldId id="264" r:id="rId7"/>
    <p:sldId id="267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91" r:id="rId23"/>
    <p:sldId id="283" r:id="rId24"/>
    <p:sldId id="284" r:id="rId25"/>
    <p:sldId id="285" r:id="rId26"/>
    <p:sldId id="292" r:id="rId27"/>
    <p:sldId id="294" r:id="rId28"/>
    <p:sldId id="295" r:id="rId29"/>
    <p:sldId id="296" r:id="rId30"/>
    <p:sldId id="297" r:id="rId31"/>
    <p:sldId id="286" r:id="rId32"/>
    <p:sldId id="293" r:id="rId33"/>
    <p:sldId id="287" r:id="rId34"/>
    <p:sldId id="288" r:id="rId35"/>
    <p:sldId id="289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940503-6EE4-4494-9983-D9B99BD1BF54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69827-44D7-4C9B-957B-7EB78A05037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smtClean="0"/>
              <a:t>Pandas</a:t>
            </a:r>
            <a:r>
              <a:rPr lang="en-US" dirty="0" smtClean="0"/>
              <a:t> is a powerful open-source Python library used for </a:t>
            </a:r>
            <a:r>
              <a:rPr lang="en-US" b="1" dirty="0" smtClean="0"/>
              <a:t>data manipulation, analysis, and preprocessing</a:t>
            </a:r>
            <a:r>
              <a:rPr lang="en-US" dirty="0" smtClean="0"/>
              <a:t>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 smtClean="0"/>
              <a:t>provides easy-to-use data structures and functions to work with structured data such as tables, spreadsheets, CSV files, and databases.</a:t>
            </a:r>
          </a:p>
          <a:p>
            <a:r>
              <a:rPr lang="en-US" b="1" dirty="0" smtClean="0"/>
              <a:t>Pandas</a:t>
            </a:r>
            <a:r>
              <a:rPr lang="en-US" dirty="0" smtClean="0"/>
              <a:t> is a Python library that helps users read, clean, organize, analyze, and manipulate datasets efficiently.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 smtClean="0"/>
              <a:t>Pandas</a:t>
            </a:r>
            <a:r>
              <a:rPr lang="en-US" dirty="0" smtClean="0"/>
              <a:t> is an open-source Python library used for data manipulation, analysis, and cleaning. It provides powerful data structures such as </a:t>
            </a:r>
            <a:r>
              <a:rPr lang="en-US" b="1" dirty="0" smtClean="0"/>
              <a:t>Series</a:t>
            </a:r>
            <a:r>
              <a:rPr lang="en-US" dirty="0" smtClean="0"/>
              <a:t> and </a:t>
            </a:r>
            <a:r>
              <a:rPr lang="en-US" b="1" dirty="0" err="1" smtClean="0"/>
              <a:t>DataFrame</a:t>
            </a:r>
            <a:r>
              <a:rPr lang="en-US" dirty="0" smtClean="0"/>
              <a:t> that make handling large datasets easier.</a:t>
            </a:r>
          </a:p>
          <a:p>
            <a:pPr fontAlgn="base"/>
            <a:r>
              <a:rPr lang="en-US" dirty="0"/>
              <a:t>Pandas (stands for Python Data Analysis) is an open-source software library designed for data manipulation and analysis.</a:t>
            </a:r>
          </a:p>
          <a:p>
            <a:pPr fontAlgn="base"/>
            <a:r>
              <a:rPr lang="en-US" dirty="0"/>
              <a:t>Built on top of </a:t>
            </a:r>
            <a:r>
              <a:rPr lang="en-US" dirty="0" err="1"/>
              <a:t>NumPy</a:t>
            </a:r>
            <a:r>
              <a:rPr lang="en-US" dirty="0"/>
              <a:t>, efficiently manages large datasets, offering tools for data cleaning, transformation and analysis.</a:t>
            </a:r>
          </a:p>
          <a:p>
            <a:pPr fontAlgn="base"/>
            <a:r>
              <a:rPr lang="en-US" dirty="0"/>
              <a:t>Seamlessly integrates with other Python libraries like </a:t>
            </a:r>
            <a:r>
              <a:rPr lang="en-US" dirty="0" err="1"/>
              <a:t>NumPy</a:t>
            </a:r>
            <a:r>
              <a:rPr lang="en-US" dirty="0"/>
              <a:t>, </a:t>
            </a:r>
            <a:r>
              <a:rPr lang="en-US" dirty="0" err="1"/>
              <a:t>Matplotlib</a:t>
            </a:r>
            <a:r>
              <a:rPr lang="en-US" dirty="0"/>
              <a:t> and </a:t>
            </a:r>
            <a:r>
              <a:rPr lang="en-US" dirty="0" err="1"/>
              <a:t>scikit</a:t>
            </a:r>
            <a:r>
              <a:rPr lang="en-US" dirty="0"/>
              <a:t>-learn.</a:t>
            </a:r>
          </a:p>
          <a:p>
            <a:pPr fontAlgn="base"/>
            <a:r>
              <a:rPr lang="en-US" dirty="0"/>
              <a:t>Revolves around two primary Data structures: Series (1D) and </a:t>
            </a:r>
            <a:r>
              <a:rPr lang="en-US" dirty="0" err="1"/>
              <a:t>DataFrame</a:t>
            </a:r>
            <a:r>
              <a:rPr lang="en-US" dirty="0"/>
              <a:t> (2D)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Pandas-Operations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9140" y="1809591"/>
            <a:ext cx="7665720" cy="41071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Pandas-</a:t>
            </a:r>
            <a:r>
              <a:rPr lang="en-US" b="1" dirty="0" smtClean="0"/>
              <a:t>Why is Pandas Used?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data from CSV, Excel, JSON, SQL, etc. </a:t>
            </a:r>
          </a:p>
          <a:p>
            <a:r>
              <a:rPr lang="en-US" dirty="0" smtClean="0"/>
              <a:t>Clean missing or duplicate data. </a:t>
            </a:r>
          </a:p>
          <a:p>
            <a:r>
              <a:rPr lang="en-US" dirty="0" smtClean="0"/>
              <a:t>Filter and sort data. </a:t>
            </a:r>
          </a:p>
          <a:p>
            <a:r>
              <a:rPr lang="en-US" dirty="0" smtClean="0"/>
              <a:t>Merge and join datasets. </a:t>
            </a:r>
          </a:p>
          <a:p>
            <a:r>
              <a:rPr lang="en-US" dirty="0" smtClean="0"/>
              <a:t>Perform statistical analysis. </a:t>
            </a:r>
          </a:p>
          <a:p>
            <a:r>
              <a:rPr lang="en-US" dirty="0" smtClean="0"/>
              <a:t>Group and summarize data. </a:t>
            </a:r>
          </a:p>
          <a:p>
            <a:r>
              <a:rPr lang="en-US" dirty="0" smtClean="0"/>
              <a:t>Prepare data for machine learning.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files using Pandas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read_csv</a:t>
            </a:r>
            <a:r>
              <a:rPr lang="en-US" dirty="0" smtClean="0"/>
              <a:t>() Syntax in Pandas- </a:t>
            </a:r>
            <a:r>
              <a:rPr lang="en-US" dirty="0" err="1" smtClean="0"/>
              <a:t>read_csv</a:t>
            </a:r>
            <a:r>
              <a:rPr lang="en-US" dirty="0" smtClean="0"/>
              <a:t>() is a Pandas function used to read data from a CSV (Comma Separated Values) file and store it in a </a:t>
            </a:r>
            <a:r>
              <a:rPr lang="en-US" dirty="0" err="1" smtClean="0"/>
              <a:t>DataFrame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import pandas as pd</a:t>
            </a:r>
          </a:p>
          <a:p>
            <a:endParaRPr lang="en-US" dirty="0" smtClean="0"/>
          </a:p>
          <a:p>
            <a:r>
              <a:rPr lang="en-US" b="1" dirty="0" err="1" smtClean="0"/>
              <a:t>df</a:t>
            </a:r>
            <a:r>
              <a:rPr lang="en-US" b="1" dirty="0" smtClean="0"/>
              <a:t> = </a:t>
            </a:r>
            <a:r>
              <a:rPr lang="en-US" b="1" dirty="0" err="1" smtClean="0"/>
              <a:t>pd.read_csv</a:t>
            </a:r>
            <a:r>
              <a:rPr lang="en-US" b="1" dirty="0" smtClean="0"/>
              <a:t>(</a:t>
            </a:r>
            <a:r>
              <a:rPr lang="en-US" b="1" dirty="0" err="1" smtClean="0"/>
              <a:t>filepath_or_buffer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Syntax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filepath_or_buffer</a:t>
            </a:r>
            <a:r>
              <a:rPr lang="en-US" dirty="0" smtClean="0"/>
              <a:t>,</a:t>
            </a:r>
          </a:p>
          <a:p>
            <a:r>
              <a:rPr lang="en-US" dirty="0" smtClean="0"/>
              <a:t>    sep=',',</a:t>
            </a:r>
          </a:p>
          <a:p>
            <a:r>
              <a:rPr lang="en-US" dirty="0" smtClean="0"/>
              <a:t>    header='infer',</a:t>
            </a:r>
          </a:p>
          <a:p>
            <a:r>
              <a:rPr lang="en-US" dirty="0" smtClean="0"/>
              <a:t>    names=None,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index_col</a:t>
            </a:r>
            <a:r>
              <a:rPr lang="en-US" dirty="0" smtClean="0"/>
              <a:t>=None,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usecols</a:t>
            </a:r>
            <a:r>
              <a:rPr lang="en-US" dirty="0" smtClean="0"/>
              <a:t>=None,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skiprows</a:t>
            </a:r>
            <a:r>
              <a:rPr lang="en-US" dirty="0" smtClean="0"/>
              <a:t>=None,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nrows</a:t>
            </a:r>
            <a:r>
              <a:rPr lang="en-US" dirty="0" smtClean="0"/>
              <a:t>=None</a:t>
            </a:r>
          </a:p>
          <a:p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Read CSV File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 pandas as pd</a:t>
            </a:r>
          </a:p>
          <a:p>
            <a:endParaRPr lang="en-US" dirty="0" smtClean="0"/>
          </a:p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("students.csv")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2: Read Specific Columns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("students.csv", </a:t>
            </a:r>
            <a:r>
              <a:rPr lang="en-US" dirty="0" err="1" smtClean="0"/>
              <a:t>usecols</a:t>
            </a:r>
            <a:r>
              <a:rPr lang="en-US" dirty="0" smtClean="0"/>
              <a:t>=['Name', 'Marks'])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3: Change Delimiter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("students.csv", sep=';')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4: Read First 5 Rows Only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("students.csv", </a:t>
            </a:r>
            <a:r>
              <a:rPr lang="en-US" dirty="0" err="1" smtClean="0"/>
              <a:t>nrows</a:t>
            </a:r>
            <a:r>
              <a:rPr lang="en-US" dirty="0" smtClean="0"/>
              <a:t>=5)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Used in Data Cleaning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</a:t>
            </a:r>
          </a:p>
          <a:p>
            <a:r>
              <a:rPr lang="en-US" dirty="0" smtClean="0"/>
              <a:t>    "students.csv",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na_values</a:t>
            </a:r>
            <a:r>
              <a:rPr lang="en-US" dirty="0" smtClean="0"/>
              <a:t>=['NA', 'Null'],</a:t>
            </a:r>
          </a:p>
          <a:p>
            <a:r>
              <a:rPr lang="en-US" dirty="0" smtClean="0"/>
              <a:t>    </a:t>
            </a:r>
            <a:r>
              <a:rPr lang="en-US" dirty="0" err="1" smtClean="0"/>
              <a:t>skiprows</a:t>
            </a:r>
            <a:r>
              <a:rPr lang="en-US" dirty="0" smtClean="0"/>
              <a:t>=1</a:t>
            </a:r>
          </a:p>
          <a:p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 pandas as pd </a:t>
            </a:r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("students.csv“ header=“infer”) print(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</a:p>
          <a:p>
            <a:r>
              <a:rPr lang="en-US" dirty="0" err="1" smtClean="0"/>
              <a:t>Output:First</a:t>
            </a:r>
            <a:r>
              <a:rPr lang="en-US" dirty="0" smtClean="0"/>
              <a:t> row is considered as header</a:t>
            </a:r>
          </a:p>
          <a:p>
            <a:r>
              <a:rPr lang="en-US" dirty="0" smtClean="0"/>
              <a:t>Header=“None”</a:t>
            </a:r>
          </a:p>
          <a:p>
            <a:r>
              <a:rPr lang="en-US" dirty="0" smtClean="0"/>
              <a:t>No header in CSV then default header is 0 1 2 index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1. Check if the dataset contains missing values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import pandas as pd</a:t>
            </a:r>
          </a:p>
          <a:p>
            <a:endParaRPr lang="en-US" dirty="0" smtClean="0"/>
          </a:p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("students.csv")</a:t>
            </a:r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())</a:t>
            </a:r>
          </a:p>
          <a:p>
            <a:r>
              <a:rPr lang="en-US" dirty="0" smtClean="0"/>
              <a:t>Or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df.isna</a:t>
            </a:r>
            <a:r>
              <a:rPr lang="en-US" dirty="0" smtClean="0"/>
              <a:t>())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2. Count missing values in each column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().sum())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3. Count total missing values in the dataset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().sum().sum())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4. Display only the rows containing missing values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dirty="0" smtClean="0"/>
              <a:t>[</a:t>
            </a:r>
            <a:r>
              <a:rPr lang="en-US" dirty="0" err="1" smtClean="0"/>
              <a:t>df.isnull</a:t>
            </a:r>
            <a:r>
              <a:rPr lang="en-US" dirty="0" smtClean="0"/>
              <a:t>().any(axis=1)])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5. Check if any missing values exist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().</a:t>
            </a:r>
            <a:r>
              <a:rPr lang="en-US" dirty="0" err="1" smtClean="0"/>
              <a:t>values.any</a:t>
            </a:r>
            <a:r>
              <a:rPr lang="en-US" dirty="0" smtClean="0"/>
              <a:t>())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df.isnull</a:t>
                      </a:r>
                      <a:r>
                        <a:rPr lang="en-US" dirty="0" smtClean="0"/>
                        <a:t>() or </a:t>
                      </a:r>
                      <a:r>
                        <a:rPr lang="en-US" dirty="0" err="1" smtClean="0"/>
                        <a:t>df.isna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Show missing values (True/False)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df.isnull</a:t>
                      </a:r>
                      <a:r>
                        <a:rPr lang="en-US" dirty="0" smtClean="0"/>
                        <a:t>().sum()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 missing values in each column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df.isnull</a:t>
                      </a:r>
                      <a:r>
                        <a:rPr lang="en-US" dirty="0" smtClean="0"/>
                        <a:t>().sum().sum()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Count total missing values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</a:t>
                      </a:r>
                      <a:r>
                        <a:rPr lang="en-US" dirty="0" smtClean="0"/>
                        <a:t>[</a:t>
                      </a:r>
                      <a:r>
                        <a:rPr lang="en-US" dirty="0" err="1" smtClean="0"/>
                        <a:t>df.isnull</a:t>
                      </a:r>
                      <a:r>
                        <a:rPr lang="en-US" dirty="0" smtClean="0"/>
                        <a:t>().any(axis=1)]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Show rows with missing values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df.isnull</a:t>
                      </a:r>
                      <a:r>
                        <a:rPr lang="en-US" dirty="0" smtClean="0"/>
                        <a:t>().</a:t>
                      </a:r>
                      <a:r>
                        <a:rPr lang="en-US" dirty="0" err="1" smtClean="0"/>
                        <a:t>values.any</a:t>
                      </a:r>
                      <a:r>
                        <a:rPr lang="en-US" dirty="0" smtClean="0"/>
                        <a:t>()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Check whether any missing values exist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Student.csv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 smtClean="0"/>
              <a:t>Student_ID</a:t>
            </a:r>
            <a:r>
              <a:rPr lang="en-US" dirty="0" smtClean="0"/>
              <a:t> Name Age Gender Marks </a:t>
            </a:r>
            <a:r>
              <a:rPr lang="en-US" dirty="0" smtClean="0"/>
              <a:t>City</a:t>
            </a:r>
          </a:p>
          <a:p>
            <a:r>
              <a:rPr lang="en-US" dirty="0" smtClean="0"/>
              <a:t> 10 </a:t>
            </a:r>
            <a:r>
              <a:rPr lang="en-US" dirty="0" smtClean="0"/>
              <a:t>101 </a:t>
            </a:r>
            <a:r>
              <a:rPr lang="en-US" dirty="0" err="1" smtClean="0"/>
              <a:t>Asha</a:t>
            </a:r>
            <a:r>
              <a:rPr lang="en-US" dirty="0" smtClean="0"/>
              <a:t> 20.0 Female 85.0 Hyderabad </a:t>
            </a:r>
            <a:endParaRPr lang="en-US" dirty="0" smtClean="0"/>
          </a:p>
          <a:p>
            <a:r>
              <a:rPr lang="en-US" dirty="0" smtClean="0"/>
              <a:t>1 </a:t>
            </a:r>
            <a:r>
              <a:rPr lang="en-US" dirty="0" smtClean="0"/>
              <a:t>102 Ravi 21.0 Male 78.0 </a:t>
            </a:r>
            <a:r>
              <a:rPr lang="en-US" dirty="0" smtClean="0"/>
              <a:t>Vijayawada</a:t>
            </a:r>
          </a:p>
          <a:p>
            <a:r>
              <a:rPr lang="en-US" dirty="0" smtClean="0"/>
              <a:t>2103 </a:t>
            </a:r>
            <a:r>
              <a:rPr lang="en-US" dirty="0" err="1" smtClean="0"/>
              <a:t>Priya</a:t>
            </a:r>
            <a:r>
              <a:rPr lang="en-US" dirty="0" smtClean="0"/>
              <a:t> </a:t>
            </a:r>
            <a:r>
              <a:rPr lang="en-US" dirty="0" err="1" smtClean="0"/>
              <a:t>NaN</a:t>
            </a:r>
            <a:r>
              <a:rPr lang="en-US" dirty="0" smtClean="0"/>
              <a:t> Female 92.0 Guntur </a:t>
            </a:r>
            <a:endParaRPr lang="en-US" dirty="0" smtClean="0"/>
          </a:p>
          <a:p>
            <a:r>
              <a:rPr lang="en-US" dirty="0" smtClean="0"/>
              <a:t>3 104 </a:t>
            </a:r>
            <a:r>
              <a:rPr lang="en-US" dirty="0" err="1" smtClean="0"/>
              <a:t>Kiran</a:t>
            </a:r>
            <a:r>
              <a:rPr lang="en-US" dirty="0" smtClean="0"/>
              <a:t> 22.0 Male </a:t>
            </a:r>
            <a:r>
              <a:rPr lang="en-US" dirty="0" err="1" smtClean="0"/>
              <a:t>NaN</a:t>
            </a:r>
            <a:r>
              <a:rPr lang="en-US" dirty="0" smtClean="0"/>
              <a:t> Visakhapatnam </a:t>
            </a:r>
            <a:endParaRPr lang="en-US" dirty="0" smtClean="0"/>
          </a:p>
          <a:p>
            <a:r>
              <a:rPr lang="en-US" dirty="0" smtClean="0"/>
              <a:t>4 </a:t>
            </a:r>
            <a:r>
              <a:rPr lang="en-US" dirty="0" smtClean="0"/>
              <a:t>105 </a:t>
            </a:r>
            <a:r>
              <a:rPr lang="en-US" dirty="0" err="1" smtClean="0"/>
              <a:t>Divya</a:t>
            </a:r>
            <a:r>
              <a:rPr lang="en-US" dirty="0" smtClean="0"/>
              <a:t> 20.0 Female 88.0 </a:t>
            </a:r>
            <a:r>
              <a:rPr lang="en-US" dirty="0" err="1" smtClean="0"/>
              <a:t>NaN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5 </a:t>
            </a:r>
            <a:r>
              <a:rPr lang="en-US" dirty="0" smtClean="0"/>
              <a:t>106 </a:t>
            </a:r>
            <a:r>
              <a:rPr lang="en-US" dirty="0" err="1" smtClean="0"/>
              <a:t>Rahul</a:t>
            </a:r>
            <a:r>
              <a:rPr lang="en-US" dirty="0" smtClean="0"/>
              <a:t> 23.0 Male 76.0 Vijayawada </a:t>
            </a:r>
            <a:endParaRPr lang="en-US" dirty="0" smtClean="0"/>
          </a:p>
          <a:p>
            <a:r>
              <a:rPr lang="en-US" dirty="0" smtClean="0"/>
              <a:t>6 </a:t>
            </a:r>
            <a:r>
              <a:rPr lang="en-US" dirty="0" smtClean="0"/>
              <a:t>107 </a:t>
            </a:r>
            <a:r>
              <a:rPr lang="en-US" dirty="0" err="1" smtClean="0"/>
              <a:t>Sneha</a:t>
            </a:r>
            <a:r>
              <a:rPr lang="en-US" dirty="0" smtClean="0"/>
              <a:t> </a:t>
            </a:r>
            <a:r>
              <a:rPr lang="en-US" dirty="0" err="1" smtClean="0"/>
              <a:t>NaN</a:t>
            </a:r>
            <a:r>
              <a:rPr lang="en-US" dirty="0" smtClean="0"/>
              <a:t> Female 95.0 Hyderabad </a:t>
            </a:r>
            <a:endParaRPr lang="en-US" dirty="0" smtClean="0"/>
          </a:p>
          <a:p>
            <a:r>
              <a:rPr lang="en-US" dirty="0" smtClean="0"/>
              <a:t>7 </a:t>
            </a:r>
            <a:r>
              <a:rPr lang="en-US" dirty="0" smtClean="0"/>
              <a:t>108 </a:t>
            </a:r>
            <a:r>
              <a:rPr lang="en-US" dirty="0" err="1" smtClean="0"/>
              <a:t>Arjun</a:t>
            </a:r>
            <a:r>
              <a:rPr lang="en-US" dirty="0" smtClean="0"/>
              <a:t> 21.0 Male 81.0 </a:t>
            </a:r>
            <a:r>
              <a:rPr lang="en-US" dirty="0" err="1" smtClean="0"/>
              <a:t>NaN</a:t>
            </a:r>
            <a:r>
              <a:rPr lang="en-US" dirty="0" smtClean="0"/>
              <a:t> </a:t>
            </a:r>
            <a:endParaRPr lang="en-US" dirty="0" smtClean="0"/>
          </a:p>
          <a:p>
            <a:r>
              <a:rPr lang="en-US" dirty="0" smtClean="0"/>
              <a:t>8 </a:t>
            </a:r>
            <a:r>
              <a:rPr lang="en-US" dirty="0" smtClean="0"/>
              <a:t>109 </a:t>
            </a:r>
            <a:r>
              <a:rPr lang="en-US" dirty="0" err="1" smtClean="0"/>
              <a:t>Meena</a:t>
            </a:r>
            <a:r>
              <a:rPr lang="en-US" dirty="0" smtClean="0"/>
              <a:t> 22.0 Female </a:t>
            </a:r>
            <a:r>
              <a:rPr lang="en-US" dirty="0" err="1" smtClean="0"/>
              <a:t>NaN</a:t>
            </a:r>
            <a:r>
              <a:rPr lang="en-US" dirty="0" smtClean="0"/>
              <a:t> Guntur </a:t>
            </a:r>
            <a:endParaRPr lang="en-US" dirty="0" smtClean="0"/>
          </a:p>
          <a:p>
            <a:r>
              <a:rPr lang="en-US" dirty="0" smtClean="0"/>
              <a:t>9 </a:t>
            </a:r>
            <a:r>
              <a:rPr lang="en-US" dirty="0" smtClean="0"/>
              <a:t>110 </a:t>
            </a:r>
            <a:r>
              <a:rPr lang="en-US" dirty="0" err="1" smtClean="0"/>
              <a:t>Vikram</a:t>
            </a:r>
            <a:r>
              <a:rPr lang="en-US" dirty="0" smtClean="0"/>
              <a:t> 20.0 Male 90.0 Visakhapatnam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isnull</a:t>
            </a:r>
            <a:r>
              <a:rPr lang="en-US" dirty="0" smtClean="0"/>
              <a:t>() </a:t>
            </a:r>
            <a:endParaRPr lang="en-US" dirty="0" smtClean="0"/>
          </a:p>
          <a:p>
            <a:r>
              <a:rPr lang="en-US" dirty="0" err="1" smtClean="0"/>
              <a:t>isna</a:t>
            </a:r>
            <a:r>
              <a:rPr lang="en-US" dirty="0" smtClean="0"/>
              <a:t>()</a:t>
            </a:r>
          </a:p>
          <a:p>
            <a:r>
              <a:rPr lang="en-US" dirty="0" smtClean="0"/>
              <a:t> </a:t>
            </a:r>
            <a:r>
              <a:rPr lang="en-US" dirty="0" err="1" smtClean="0"/>
              <a:t>notnull</a:t>
            </a:r>
            <a:r>
              <a:rPr lang="en-US" dirty="0" smtClean="0"/>
              <a:t>() </a:t>
            </a:r>
            <a:endParaRPr lang="en-US" dirty="0" smtClean="0"/>
          </a:p>
          <a:p>
            <a:r>
              <a:rPr lang="en-US" dirty="0" err="1" smtClean="0"/>
              <a:t>dropna</a:t>
            </a:r>
            <a:r>
              <a:rPr lang="en-US" dirty="0" smtClean="0"/>
              <a:t>() </a:t>
            </a:r>
            <a:endParaRPr lang="en-US" dirty="0" smtClean="0"/>
          </a:p>
          <a:p>
            <a:r>
              <a:rPr lang="en-US" dirty="0" err="1" smtClean="0"/>
              <a:t>fillna</a:t>
            </a:r>
            <a:r>
              <a:rPr lang="en-US" dirty="0" smtClean="0"/>
              <a:t>() </a:t>
            </a:r>
            <a:endParaRPr lang="en-US" dirty="0" smtClean="0"/>
          </a:p>
          <a:p>
            <a:r>
              <a:rPr lang="en-US" dirty="0" smtClean="0"/>
              <a:t>Mean</a:t>
            </a:r>
            <a:r>
              <a:rPr lang="en-US" dirty="0" smtClean="0"/>
              <a:t>, median, and mode </a:t>
            </a:r>
            <a:r>
              <a:rPr lang="en-US" dirty="0" smtClean="0"/>
              <a:t>imputation</a:t>
            </a:r>
          </a:p>
          <a:p>
            <a:r>
              <a:rPr lang="en-US" dirty="0" smtClean="0"/>
              <a:t> </a:t>
            </a:r>
            <a:r>
              <a:rPr lang="en-US" dirty="0" smtClean="0"/>
              <a:t>Forward fill (</a:t>
            </a:r>
            <a:r>
              <a:rPr lang="en-US" dirty="0" err="1" smtClean="0"/>
              <a:t>ffill</a:t>
            </a:r>
            <a:r>
              <a:rPr lang="en-US" dirty="0" smtClean="0"/>
              <a:t>) Backward fill (</a:t>
            </a:r>
            <a:r>
              <a:rPr lang="en-US" dirty="0" err="1" smtClean="0"/>
              <a:t>bfill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 the Missing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df.isnull</a:t>
            </a:r>
            <a:r>
              <a:rPr lang="en-US" dirty="0" smtClean="0"/>
              <a:t>().sum()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Method 2: Remove Columns with Missing Values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df2 = </a:t>
            </a:r>
            <a:r>
              <a:rPr lang="en-US" dirty="0" err="1" smtClean="0"/>
              <a:t>df.dropna</a:t>
            </a:r>
            <a:r>
              <a:rPr lang="en-US" dirty="0" smtClean="0"/>
              <a:t>(axis=1</a:t>
            </a:r>
            <a:r>
              <a:rPr lang="en-US" dirty="0" smtClean="0"/>
              <a:t>)</a:t>
            </a:r>
          </a:p>
          <a:p>
            <a:r>
              <a:rPr lang="en-US" dirty="0" smtClean="0"/>
              <a:t> </a:t>
            </a:r>
            <a:r>
              <a:rPr lang="en-US" dirty="0" smtClean="0"/>
              <a:t>print(df2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Axis =0 operate on column wise</a:t>
            </a:r>
          </a:p>
          <a:p>
            <a:r>
              <a:rPr lang="en-US" dirty="0" smtClean="0"/>
              <a:t>Axis=1 operate on row wise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Method 3: Replace Missing Values with a Constant</a:t>
            </a:r>
            <a:br>
              <a:rPr lang="en-US" b="1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Replace </a:t>
            </a:r>
            <a:r>
              <a:rPr lang="en-US" b="1" dirty="0" smtClean="0"/>
              <a:t>with 0</a:t>
            </a:r>
          </a:p>
          <a:p>
            <a:r>
              <a:rPr lang="en-US" dirty="0" err="1" smtClean="0"/>
              <a:t>df.fillna</a:t>
            </a:r>
            <a:r>
              <a:rPr lang="en-US" dirty="0" smtClean="0"/>
              <a:t>(0, </a:t>
            </a:r>
            <a:r>
              <a:rPr lang="en-US" dirty="0" err="1" smtClean="0"/>
              <a:t>inplace</a:t>
            </a:r>
            <a:r>
              <a:rPr lang="en-US" dirty="0" smtClean="0"/>
              <a:t>=True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err="1" smtClean="0"/>
              <a:t>inplace</a:t>
            </a:r>
            <a:r>
              <a:rPr lang="en-US" dirty="0" smtClean="0"/>
              <a:t>=True means </a:t>
            </a:r>
            <a:r>
              <a:rPr lang="en-US" b="1" dirty="0" smtClean="0"/>
              <a:t>make the changes directly to the original </a:t>
            </a:r>
            <a:r>
              <a:rPr lang="en-US" b="1" dirty="0" err="1" smtClean="0"/>
              <a:t>DataFrame</a:t>
            </a:r>
            <a:r>
              <a:rPr lang="en-US" dirty="0" smtClean="0"/>
              <a:t>. The operation modifies the existing </a:t>
            </a:r>
            <a:r>
              <a:rPr lang="en-US" dirty="0" err="1" smtClean="0"/>
              <a:t>DataFrame</a:t>
            </a:r>
            <a:r>
              <a:rPr lang="en-US" dirty="0" smtClean="0"/>
              <a:t>, so you don't need to assign the result to a new variable.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Method 4: Replace Missing Numeric Values with Mean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["Marks"] = </a:t>
            </a:r>
            <a:r>
              <a:rPr lang="en-US" dirty="0" err="1" smtClean="0"/>
              <a:t>df</a:t>
            </a:r>
            <a:r>
              <a:rPr lang="en-US" dirty="0" smtClean="0"/>
              <a:t>["Marks"].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["Marks"].mean())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Method 5: Replace Missing Numeric Values with Median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["Age"] = </a:t>
            </a:r>
            <a:r>
              <a:rPr lang="en-US" dirty="0" err="1" smtClean="0"/>
              <a:t>df</a:t>
            </a:r>
            <a:r>
              <a:rPr lang="en-US" dirty="0" smtClean="0"/>
              <a:t>["Age"].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["Age"].median())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Method 6: Replace Missing Values </a:t>
            </a:r>
            <a:r>
              <a:rPr lang="en-US" dirty="0" smtClean="0"/>
              <a:t>with Mode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</a:t>
            </a:r>
            <a:r>
              <a:rPr lang="en-US" dirty="0" smtClean="0"/>
              <a:t>["City"] = </a:t>
            </a:r>
            <a:r>
              <a:rPr lang="en-US" dirty="0" err="1" smtClean="0"/>
              <a:t>df</a:t>
            </a:r>
            <a:r>
              <a:rPr lang="en-US" dirty="0" smtClean="0"/>
              <a:t>["City"].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["City"].mode()[0])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Method 7: Forward Fill</a:t>
            </a:r>
            <a:br>
              <a:rPr lang="en-US" b="1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Copies the previous value into the missing position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df.fillna</a:t>
            </a:r>
            <a:r>
              <a:rPr lang="en-US" dirty="0" smtClean="0"/>
              <a:t>(method="</a:t>
            </a:r>
            <a:r>
              <a:rPr lang="en-US" dirty="0" err="1" smtClean="0"/>
              <a:t>ffill</a:t>
            </a:r>
            <a:r>
              <a:rPr lang="en-US" dirty="0" smtClean="0"/>
              <a:t>", </a:t>
            </a:r>
            <a:r>
              <a:rPr lang="en-US" dirty="0" err="1" smtClean="0"/>
              <a:t>inplace</a:t>
            </a:r>
            <a:r>
              <a:rPr lang="en-US" dirty="0" smtClean="0"/>
              <a:t>=True)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8: Backward Fill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df.fillna</a:t>
            </a:r>
            <a:r>
              <a:rPr lang="en-US" dirty="0" smtClean="0"/>
              <a:t>(method="</a:t>
            </a:r>
            <a:r>
              <a:rPr lang="en-US" dirty="0" err="1" smtClean="0"/>
              <a:t>bfill</a:t>
            </a:r>
            <a:r>
              <a:rPr lang="en-US" dirty="0" smtClean="0"/>
              <a:t>", </a:t>
            </a:r>
            <a:r>
              <a:rPr lang="en-US" dirty="0" err="1" smtClean="0"/>
              <a:t>inplace</a:t>
            </a:r>
            <a:r>
              <a:rPr lang="en-US" dirty="0" smtClean="0"/>
              <a:t>=True)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lang="en-US" dirty="0" smtClean="0"/>
              <a:t>import pandas as pd</a:t>
            </a:r>
          </a:p>
          <a:p>
            <a:endParaRPr lang="en-US" dirty="0" smtClean="0"/>
          </a:p>
          <a:p>
            <a:r>
              <a:rPr lang="en-US" dirty="0" smtClean="0"/>
              <a:t># Read CSV file</a:t>
            </a:r>
          </a:p>
          <a:p>
            <a:r>
              <a:rPr lang="en-US" dirty="0" err="1" smtClean="0"/>
              <a:t>df</a:t>
            </a:r>
            <a:r>
              <a:rPr lang="en-US" dirty="0" smtClean="0"/>
              <a:t> = </a:t>
            </a:r>
            <a:r>
              <a:rPr lang="en-US" dirty="0" err="1" smtClean="0"/>
              <a:t>pd.read_csv</a:t>
            </a:r>
            <a:r>
              <a:rPr lang="en-US" dirty="0" smtClean="0"/>
              <a:t>("student.csv")</a:t>
            </a:r>
          </a:p>
          <a:p>
            <a:endParaRPr lang="en-US" dirty="0" smtClean="0"/>
          </a:p>
          <a:p>
            <a:r>
              <a:rPr lang="en-US" dirty="0" smtClean="0"/>
              <a:t># Display dataset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# Display missing values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())</a:t>
            </a:r>
          </a:p>
          <a:p>
            <a:endParaRPr lang="en-US" dirty="0" smtClean="0"/>
          </a:p>
          <a:p>
            <a:r>
              <a:rPr lang="en-US" dirty="0" smtClean="0"/>
              <a:t># Count missing values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df.isnull</a:t>
            </a:r>
            <a:r>
              <a:rPr lang="en-US" dirty="0" smtClean="0"/>
              <a:t>().sum())</a:t>
            </a:r>
          </a:p>
          <a:p>
            <a:endParaRPr lang="en-US" dirty="0" smtClean="0"/>
          </a:p>
          <a:p>
            <a:r>
              <a:rPr lang="en-US" dirty="0" smtClean="0"/>
              <a:t># Fill missing Age with median</a:t>
            </a:r>
          </a:p>
          <a:p>
            <a:r>
              <a:rPr lang="en-US" dirty="0" err="1" smtClean="0"/>
              <a:t>df</a:t>
            </a:r>
            <a:r>
              <a:rPr lang="en-US" dirty="0" smtClean="0"/>
              <a:t>["Age"] = </a:t>
            </a:r>
            <a:r>
              <a:rPr lang="en-US" dirty="0" err="1" smtClean="0"/>
              <a:t>df</a:t>
            </a:r>
            <a:r>
              <a:rPr lang="en-US" dirty="0" smtClean="0"/>
              <a:t>["Age"].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["Age"].median())</a:t>
            </a:r>
          </a:p>
          <a:p>
            <a:endParaRPr lang="en-US" dirty="0" smtClean="0"/>
          </a:p>
          <a:p>
            <a:r>
              <a:rPr lang="en-US" dirty="0" smtClean="0"/>
              <a:t># Fill missing Marks with mean</a:t>
            </a:r>
          </a:p>
          <a:p>
            <a:r>
              <a:rPr lang="en-US" dirty="0" err="1" smtClean="0"/>
              <a:t>df</a:t>
            </a:r>
            <a:r>
              <a:rPr lang="en-US" dirty="0" smtClean="0"/>
              <a:t>["Marks"] = </a:t>
            </a:r>
            <a:r>
              <a:rPr lang="en-US" dirty="0" err="1" smtClean="0"/>
              <a:t>df</a:t>
            </a:r>
            <a:r>
              <a:rPr lang="en-US" dirty="0" smtClean="0"/>
              <a:t>["Marks"].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["Marks"].mean())</a:t>
            </a:r>
          </a:p>
          <a:p>
            <a:endParaRPr lang="en-US" dirty="0" smtClean="0"/>
          </a:p>
          <a:p>
            <a:r>
              <a:rPr lang="en-US" dirty="0" smtClean="0"/>
              <a:t># Fill missing City with mode</a:t>
            </a:r>
          </a:p>
          <a:p>
            <a:r>
              <a:rPr lang="en-US" dirty="0" err="1" smtClean="0"/>
              <a:t>df</a:t>
            </a:r>
            <a:r>
              <a:rPr lang="en-US" dirty="0" smtClean="0"/>
              <a:t>["City"] = </a:t>
            </a:r>
            <a:r>
              <a:rPr lang="en-US" dirty="0" err="1" smtClean="0"/>
              <a:t>df</a:t>
            </a:r>
            <a:r>
              <a:rPr lang="en-US" dirty="0" smtClean="0"/>
              <a:t>["City"].</a:t>
            </a:r>
            <a:r>
              <a:rPr lang="en-US" dirty="0" err="1" smtClean="0"/>
              <a:t>fillna</a:t>
            </a:r>
            <a:r>
              <a:rPr lang="en-US" dirty="0" smtClean="0"/>
              <a:t>(</a:t>
            </a:r>
            <a:r>
              <a:rPr lang="en-US" dirty="0" err="1" smtClean="0"/>
              <a:t>df</a:t>
            </a:r>
            <a:r>
              <a:rPr lang="en-US" dirty="0" smtClean="0"/>
              <a:t>["City"].mode()[0])</a:t>
            </a:r>
          </a:p>
          <a:p>
            <a:endParaRPr lang="en-US" dirty="0" smtClean="0"/>
          </a:p>
          <a:p>
            <a:r>
              <a:rPr lang="en-US" dirty="0" smtClean="0"/>
              <a:t># Display updated dataset</a:t>
            </a:r>
          </a:p>
          <a:p>
            <a:r>
              <a:rPr lang="en-US" dirty="0" smtClean="0"/>
              <a:t>print(</a:t>
            </a:r>
            <a:r>
              <a:rPr lang="en-US" dirty="0" err="1" smtClean="0"/>
              <a:t>df</a:t>
            </a:r>
            <a:r>
              <a:rPr lang="en-US" smtClean="0"/>
              <a:t>)</a:t>
            </a:r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 Python, the </a:t>
            </a:r>
            <a:r>
              <a:rPr lang="en-US" b="1" dirty="0" smtClean="0"/>
              <a:t>from ... import</a:t>
            </a:r>
            <a:r>
              <a:rPr lang="en-US" dirty="0" smtClean="0"/>
              <a:t> syntax is used to import specific functions, classes, variables, or modules from a module.</a:t>
            </a:r>
          </a:p>
          <a:p>
            <a:r>
              <a:rPr lang="en-US" dirty="0" smtClean="0"/>
              <a:t>from </a:t>
            </a:r>
            <a:r>
              <a:rPr lang="en-US" dirty="0" err="1" smtClean="0"/>
              <a:t>module_name</a:t>
            </a:r>
            <a:r>
              <a:rPr lang="en-US" dirty="0" smtClean="0"/>
              <a:t> import </a:t>
            </a:r>
            <a:r>
              <a:rPr lang="en-US" dirty="0" err="1" smtClean="0"/>
              <a:t>item_name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math import </a:t>
            </a:r>
            <a:r>
              <a:rPr lang="en-US" dirty="0" err="1" smtClean="0"/>
              <a:t>sqrt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sqrt</a:t>
            </a:r>
            <a:r>
              <a:rPr lang="en-US" dirty="0" smtClean="0"/>
              <a:t>(25))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math import </a:t>
            </a:r>
            <a:r>
              <a:rPr lang="en-US" dirty="0" err="1" smtClean="0"/>
              <a:t>sqrt</a:t>
            </a:r>
            <a:r>
              <a:rPr lang="en-US" dirty="0" smtClean="0"/>
              <a:t>, factorial</a:t>
            </a:r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sqrt</a:t>
            </a:r>
            <a:r>
              <a:rPr lang="en-US" dirty="0" smtClean="0"/>
              <a:t>(16))</a:t>
            </a:r>
          </a:p>
          <a:p>
            <a:r>
              <a:rPr lang="en-US" dirty="0" smtClean="0"/>
              <a:t>print(factorial(5))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from math import *</a:t>
            </a:r>
          </a:p>
          <a:p>
            <a:endParaRPr lang="en-US" dirty="0" smtClean="0"/>
          </a:p>
          <a:p>
            <a:r>
              <a:rPr lang="en-US" dirty="0" smtClean="0"/>
              <a:t>print(</a:t>
            </a:r>
            <a:r>
              <a:rPr lang="en-US" dirty="0" err="1" smtClean="0"/>
              <a:t>sqrt</a:t>
            </a:r>
            <a:r>
              <a:rPr lang="en-US" dirty="0" smtClean="0"/>
              <a:t>(49))</a:t>
            </a:r>
          </a:p>
          <a:p>
            <a:r>
              <a:rPr lang="en-US" dirty="0" smtClean="0"/>
              <a:t>print(pi)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992</Words>
  <Application>Microsoft Office PowerPoint</Application>
  <PresentationFormat>On-screen Show (4:3)</PresentationFormat>
  <Paragraphs>168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Python </vt:lpstr>
      <vt:lpstr>Pandas</vt:lpstr>
      <vt:lpstr>Pandas</vt:lpstr>
      <vt:lpstr>Pandas-Operations</vt:lpstr>
      <vt:lpstr>Pandas-Why is Pandas Used? </vt:lpstr>
      <vt:lpstr>Read files using Pandas</vt:lpstr>
      <vt:lpstr>Syntax</vt:lpstr>
      <vt:lpstr>Read CSV File</vt:lpstr>
      <vt:lpstr>Example 2: Read Specific Columns</vt:lpstr>
      <vt:lpstr>Example 3: Change Delimiter</vt:lpstr>
      <vt:lpstr>Example 4: Read First 5 Rows Only</vt:lpstr>
      <vt:lpstr>Used in Data Cleaning</vt:lpstr>
      <vt:lpstr>header</vt:lpstr>
      <vt:lpstr>1. Check if the dataset contains missing values </vt:lpstr>
      <vt:lpstr>2. Count missing values in each column</vt:lpstr>
      <vt:lpstr>3. Count total missing values in the dataset </vt:lpstr>
      <vt:lpstr>4. Display only the rows containing missing values </vt:lpstr>
      <vt:lpstr>5. Check if any missing values exist </vt:lpstr>
      <vt:lpstr>Slide 19</vt:lpstr>
      <vt:lpstr>Student.csv</vt:lpstr>
      <vt:lpstr>Slide 21</vt:lpstr>
      <vt:lpstr>Check the Missing Values</vt:lpstr>
      <vt:lpstr>Method 2: Remove Columns with Missing Values</vt:lpstr>
      <vt:lpstr>Method 3: Replace Missing Values with a Constant </vt:lpstr>
      <vt:lpstr>Method 4: Replace Missing Numeric Values with Mean</vt:lpstr>
      <vt:lpstr>Method 5: Replace Missing Numeric Values with Median</vt:lpstr>
      <vt:lpstr>Method 6: Replace Missing Values with Mode</vt:lpstr>
      <vt:lpstr>Method 7: Forward Fill  </vt:lpstr>
      <vt:lpstr>Method 8: Backward Fill</vt:lpstr>
      <vt:lpstr>Slide 30</vt:lpstr>
      <vt:lpstr>Slide 31</vt:lpstr>
      <vt:lpstr>Slide 32</vt:lpstr>
      <vt:lpstr>Slide 33</vt:lpstr>
      <vt:lpstr>Slide 34</vt:lpstr>
      <vt:lpstr>Slide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</dc:title>
  <dc:creator>PC</dc:creator>
  <cp:lastModifiedBy>PC</cp:lastModifiedBy>
  <cp:revision>7</cp:revision>
  <dcterms:created xsi:type="dcterms:W3CDTF">2026-07-08T16:25:10Z</dcterms:created>
  <dcterms:modified xsi:type="dcterms:W3CDTF">2026-07-09T02:18:59Z</dcterms:modified>
</cp:coreProperties>
</file>